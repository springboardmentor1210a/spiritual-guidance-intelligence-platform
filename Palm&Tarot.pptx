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4"/>
  </p:notesMasterIdLst>
  <p:sldIdLst>
    <p:sldId id="256" r:id="rId2"/>
    <p:sldId id="261" r:id="rId3"/>
    <p:sldId id="257" r:id="rId4"/>
    <p:sldId id="290" r:id="rId5"/>
    <p:sldId id="285" r:id="rId6"/>
    <p:sldId id="286" r:id="rId7"/>
    <p:sldId id="287" r:id="rId8"/>
    <p:sldId id="288" r:id="rId9"/>
    <p:sldId id="281" r:id="rId10"/>
    <p:sldId id="284" r:id="rId11"/>
    <p:sldId id="282" r:id="rId12"/>
    <p:sldId id="289" r:id="rId13"/>
  </p:sldIdLst>
  <p:sldSz cx="9144000" cy="5143500" type="screen16x9"/>
  <p:notesSz cx="6858000" cy="9144000"/>
  <p:embeddedFontLst>
    <p:embeddedFont>
      <p:font typeface="Arimo" panose="020B0604020202020204" charset="0"/>
      <p:regular r:id="rId15"/>
      <p:bold r:id="rId16"/>
      <p:italic r:id="rId17"/>
      <p:boldItalic r:id="rId18"/>
    </p:embeddedFont>
    <p:embeddedFont>
      <p:font typeface="Instrument Sans" panose="020B0604020202020204" charset="0"/>
      <p:regular r:id="rId19"/>
      <p:bold r:id="rId20"/>
      <p:italic r:id="rId21"/>
      <p:boldItalic r:id="rId22"/>
    </p:embeddedFont>
    <p:embeddedFont>
      <p:font typeface="Sora"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C344D3-3580-4187-AB99-E6F56C5FBBAD}">
  <a:tblStyle styleId="{F9C344D3-3580-4187-AB99-E6F56C5FBBA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E4BC4FF-0FCB-45F5-9133-A930C2E6266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0f9e629e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0f9e629e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68C134CE-FDF7-14BB-F518-11E2AAFA7691}"/>
            </a:ext>
          </a:extLst>
        </p:cNvPr>
        <p:cNvGrpSpPr/>
        <p:nvPr/>
      </p:nvGrpSpPr>
      <p:grpSpPr>
        <a:xfrm>
          <a:off x="0" y="0"/>
          <a:ext cx="0" cy="0"/>
          <a:chOff x="0" y="0"/>
          <a:chExt cx="0" cy="0"/>
        </a:xfrm>
      </p:grpSpPr>
      <p:sp>
        <p:nvSpPr>
          <p:cNvPr id="466" name="Google Shape;466;g21258269c9b_0_103:notes">
            <a:extLst>
              <a:ext uri="{FF2B5EF4-FFF2-40B4-BE49-F238E27FC236}">
                <a16:creationId xmlns:a16="http://schemas.microsoft.com/office/drawing/2014/main" id="{623498A3-FDEC-202A-EBB0-83A737E38D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a:extLst>
              <a:ext uri="{FF2B5EF4-FFF2-40B4-BE49-F238E27FC236}">
                <a16:creationId xmlns:a16="http://schemas.microsoft.com/office/drawing/2014/main" id="{72F5EBF5-C1EE-9878-AAB0-8907F28F09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064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C98BD1C8-4A2C-7251-8E61-632459B6ECD3}"/>
            </a:ext>
          </a:extLst>
        </p:cNvPr>
        <p:cNvGrpSpPr/>
        <p:nvPr/>
      </p:nvGrpSpPr>
      <p:grpSpPr>
        <a:xfrm>
          <a:off x="0" y="0"/>
          <a:ext cx="0" cy="0"/>
          <a:chOff x="0" y="0"/>
          <a:chExt cx="0" cy="0"/>
        </a:xfrm>
      </p:grpSpPr>
      <p:sp>
        <p:nvSpPr>
          <p:cNvPr id="466" name="Google Shape;466;g21258269c9b_0_103:notes">
            <a:extLst>
              <a:ext uri="{FF2B5EF4-FFF2-40B4-BE49-F238E27FC236}">
                <a16:creationId xmlns:a16="http://schemas.microsoft.com/office/drawing/2014/main" id="{7F1A4A94-4382-CDA7-D113-1D77910D9F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a:extLst>
              <a:ext uri="{FF2B5EF4-FFF2-40B4-BE49-F238E27FC236}">
                <a16:creationId xmlns:a16="http://schemas.microsoft.com/office/drawing/2014/main" id="{39F22B05-F81B-6619-3D86-551D0A072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4083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912611C4-47F3-BB6B-3F09-7A22ED52B8D0}"/>
            </a:ext>
          </a:extLst>
        </p:cNvPr>
        <p:cNvGrpSpPr/>
        <p:nvPr/>
      </p:nvGrpSpPr>
      <p:grpSpPr>
        <a:xfrm>
          <a:off x="0" y="0"/>
          <a:ext cx="0" cy="0"/>
          <a:chOff x="0" y="0"/>
          <a:chExt cx="0" cy="0"/>
        </a:xfrm>
      </p:grpSpPr>
      <p:sp>
        <p:nvSpPr>
          <p:cNvPr id="466" name="Google Shape;466;g21258269c9b_0_103:notes">
            <a:extLst>
              <a:ext uri="{FF2B5EF4-FFF2-40B4-BE49-F238E27FC236}">
                <a16:creationId xmlns:a16="http://schemas.microsoft.com/office/drawing/2014/main" id="{95E8796C-DC5A-259D-B73D-ABFBFEB915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a:extLst>
              <a:ext uri="{FF2B5EF4-FFF2-40B4-BE49-F238E27FC236}">
                <a16:creationId xmlns:a16="http://schemas.microsoft.com/office/drawing/2014/main" id="{19751BE4-D37D-6340-48BC-899A87A7C6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5897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00245648-3DCE-6ACF-F5E4-9BBD26572BB6}"/>
            </a:ext>
          </a:extLst>
        </p:cNvPr>
        <p:cNvGrpSpPr/>
        <p:nvPr/>
      </p:nvGrpSpPr>
      <p:grpSpPr>
        <a:xfrm>
          <a:off x="0" y="0"/>
          <a:ext cx="0" cy="0"/>
          <a:chOff x="0" y="0"/>
          <a:chExt cx="0" cy="0"/>
        </a:xfrm>
      </p:grpSpPr>
      <p:sp>
        <p:nvSpPr>
          <p:cNvPr id="466" name="Google Shape;466;g21258269c9b_0_103:notes">
            <a:extLst>
              <a:ext uri="{FF2B5EF4-FFF2-40B4-BE49-F238E27FC236}">
                <a16:creationId xmlns:a16="http://schemas.microsoft.com/office/drawing/2014/main" id="{8B9F3D87-E828-D795-190B-FBF929C586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a:extLst>
              <a:ext uri="{FF2B5EF4-FFF2-40B4-BE49-F238E27FC236}">
                <a16:creationId xmlns:a16="http://schemas.microsoft.com/office/drawing/2014/main" id="{52FF45F4-912D-4123-6040-A67FB5707F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2267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87F13A62-1CE8-FD7C-760F-136D2A458C5B}"/>
            </a:ext>
          </a:extLst>
        </p:cNvPr>
        <p:cNvGrpSpPr/>
        <p:nvPr/>
      </p:nvGrpSpPr>
      <p:grpSpPr>
        <a:xfrm>
          <a:off x="0" y="0"/>
          <a:ext cx="0" cy="0"/>
          <a:chOff x="0" y="0"/>
          <a:chExt cx="0" cy="0"/>
        </a:xfrm>
      </p:grpSpPr>
      <p:sp>
        <p:nvSpPr>
          <p:cNvPr id="466" name="Google Shape;466;g21258269c9b_0_103:notes">
            <a:extLst>
              <a:ext uri="{FF2B5EF4-FFF2-40B4-BE49-F238E27FC236}">
                <a16:creationId xmlns:a16="http://schemas.microsoft.com/office/drawing/2014/main" id="{15A0CCEC-61C0-20F8-308B-B95E3E72A5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a:extLst>
              <a:ext uri="{FF2B5EF4-FFF2-40B4-BE49-F238E27FC236}">
                <a16:creationId xmlns:a16="http://schemas.microsoft.com/office/drawing/2014/main" id="{652AE795-BB89-7833-D1A7-D5E38791B8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3187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D57E7B33-7BDC-1769-A99F-AF470D06FB85}"/>
            </a:ext>
          </a:extLst>
        </p:cNvPr>
        <p:cNvGrpSpPr/>
        <p:nvPr/>
      </p:nvGrpSpPr>
      <p:grpSpPr>
        <a:xfrm>
          <a:off x="0" y="0"/>
          <a:ext cx="0" cy="0"/>
          <a:chOff x="0" y="0"/>
          <a:chExt cx="0" cy="0"/>
        </a:xfrm>
      </p:grpSpPr>
      <p:sp>
        <p:nvSpPr>
          <p:cNvPr id="423" name="Google Shape;423;g10f9e629ec3_0_0:notes">
            <a:extLst>
              <a:ext uri="{FF2B5EF4-FFF2-40B4-BE49-F238E27FC236}">
                <a16:creationId xmlns:a16="http://schemas.microsoft.com/office/drawing/2014/main" id="{8653603D-CADA-A9D6-C263-D6EEBF0F7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0f9e629ec3_0_0:notes">
            <a:extLst>
              <a:ext uri="{FF2B5EF4-FFF2-40B4-BE49-F238E27FC236}">
                <a16:creationId xmlns:a16="http://schemas.microsoft.com/office/drawing/2014/main" id="{039D77F6-E7D0-59E1-7F8A-9098C1C04E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5758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4244E34A-1830-AC8D-9285-F2B751030CB8}"/>
            </a:ext>
          </a:extLst>
        </p:cNvPr>
        <p:cNvGrpSpPr/>
        <p:nvPr/>
      </p:nvGrpSpPr>
      <p:grpSpPr>
        <a:xfrm>
          <a:off x="0" y="0"/>
          <a:ext cx="0" cy="0"/>
          <a:chOff x="0" y="0"/>
          <a:chExt cx="0" cy="0"/>
        </a:xfrm>
      </p:grpSpPr>
      <p:sp>
        <p:nvSpPr>
          <p:cNvPr id="423" name="Google Shape;423;g10f9e629ec3_0_0:notes">
            <a:extLst>
              <a:ext uri="{FF2B5EF4-FFF2-40B4-BE49-F238E27FC236}">
                <a16:creationId xmlns:a16="http://schemas.microsoft.com/office/drawing/2014/main" id="{0F87063E-44DC-2F2E-91D7-D5BAE277ED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0f9e629ec3_0_0:notes">
            <a:extLst>
              <a:ext uri="{FF2B5EF4-FFF2-40B4-BE49-F238E27FC236}">
                <a16:creationId xmlns:a16="http://schemas.microsoft.com/office/drawing/2014/main" id="{2647C341-2E12-5D1D-0187-521FB8F16B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5996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4280DE5D-A587-BACC-B0DA-33ACBEE68EBC}"/>
            </a:ext>
          </a:extLst>
        </p:cNvPr>
        <p:cNvGrpSpPr/>
        <p:nvPr/>
      </p:nvGrpSpPr>
      <p:grpSpPr>
        <a:xfrm>
          <a:off x="0" y="0"/>
          <a:ext cx="0" cy="0"/>
          <a:chOff x="0" y="0"/>
          <a:chExt cx="0" cy="0"/>
        </a:xfrm>
      </p:grpSpPr>
      <p:sp>
        <p:nvSpPr>
          <p:cNvPr id="466" name="Google Shape;466;g21258269c9b_0_103:notes">
            <a:extLst>
              <a:ext uri="{FF2B5EF4-FFF2-40B4-BE49-F238E27FC236}">
                <a16:creationId xmlns:a16="http://schemas.microsoft.com/office/drawing/2014/main" id="{6129F59B-C315-2160-D2CD-5B6A13FE07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a:extLst>
              <a:ext uri="{FF2B5EF4-FFF2-40B4-BE49-F238E27FC236}">
                <a16:creationId xmlns:a16="http://schemas.microsoft.com/office/drawing/2014/main" id="{7B739A56-A25B-C7AF-A86E-B54F8DDE79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7780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a:extLst>
            <a:ext uri="{FF2B5EF4-FFF2-40B4-BE49-F238E27FC236}">
              <a16:creationId xmlns:a16="http://schemas.microsoft.com/office/drawing/2014/main" id="{588A99DD-061E-76F3-486C-946EAB8455D6}"/>
            </a:ext>
          </a:extLst>
        </p:cNvPr>
        <p:cNvGrpSpPr/>
        <p:nvPr/>
      </p:nvGrpSpPr>
      <p:grpSpPr>
        <a:xfrm>
          <a:off x="0" y="0"/>
          <a:ext cx="0" cy="0"/>
          <a:chOff x="0" y="0"/>
          <a:chExt cx="0" cy="0"/>
        </a:xfrm>
      </p:grpSpPr>
      <p:sp>
        <p:nvSpPr>
          <p:cNvPr id="466" name="Google Shape;466;g21258269c9b_0_103:notes">
            <a:extLst>
              <a:ext uri="{FF2B5EF4-FFF2-40B4-BE49-F238E27FC236}">
                <a16:creationId xmlns:a16="http://schemas.microsoft.com/office/drawing/2014/main" id="{939FF82A-FBF5-221D-1104-7F02631C45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1258269c9b_0_103:notes">
            <a:extLst>
              <a:ext uri="{FF2B5EF4-FFF2-40B4-BE49-F238E27FC236}">
                <a16:creationId xmlns:a16="http://schemas.microsoft.com/office/drawing/2014/main" id="{7C46D0DF-89AC-E0AF-3B37-F0997AABEB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110759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50000"/>
          </a:blip>
          <a:srcRect/>
          <a:stretch/>
        </p:blipFill>
        <p:spPr>
          <a:xfrm>
            <a:off x="0" y="0"/>
            <a:ext cx="9144000" cy="5143500"/>
          </a:xfrm>
          <a:prstGeom prst="rect">
            <a:avLst/>
          </a:prstGeom>
          <a:noFill/>
          <a:ln>
            <a:noFill/>
          </a:ln>
        </p:spPr>
      </p:pic>
      <p:grpSp>
        <p:nvGrpSpPr>
          <p:cNvPr id="10" name="Google Shape;10;p2"/>
          <p:cNvGrpSpPr/>
          <p:nvPr/>
        </p:nvGrpSpPr>
        <p:grpSpPr>
          <a:xfrm>
            <a:off x="107200" y="243275"/>
            <a:ext cx="8929550" cy="4708075"/>
            <a:chOff x="107200" y="243275"/>
            <a:chExt cx="8929550" cy="4708075"/>
          </a:xfrm>
        </p:grpSpPr>
        <p:grpSp>
          <p:nvGrpSpPr>
            <p:cNvPr id="11" name="Google Shape;11;p2"/>
            <p:cNvGrpSpPr/>
            <p:nvPr/>
          </p:nvGrpSpPr>
          <p:grpSpPr>
            <a:xfrm>
              <a:off x="107200" y="4836750"/>
              <a:ext cx="543900" cy="114600"/>
              <a:chOff x="107200" y="4836750"/>
              <a:chExt cx="543900" cy="114600"/>
            </a:xfrm>
          </p:grpSpPr>
          <p:sp>
            <p:nvSpPr>
              <p:cNvPr id="12" name="Google Shape;12;p2"/>
              <p:cNvSpPr/>
              <p:nvPr/>
            </p:nvSpPr>
            <p:spPr>
              <a:xfrm flipH="1">
                <a:off x="5365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3" name="Google Shape;13;p2"/>
              <p:cNvSpPr/>
              <p:nvPr/>
            </p:nvSpPr>
            <p:spPr>
              <a:xfrm flipH="1">
                <a:off x="32185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4" name="Google Shape;14;p2"/>
              <p:cNvSpPr/>
              <p:nvPr/>
            </p:nvSpPr>
            <p:spPr>
              <a:xfrm flipH="1">
                <a:off x="1072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nvGrpSpPr>
            <p:cNvPr id="15" name="Google Shape;15;p2"/>
            <p:cNvGrpSpPr/>
            <p:nvPr/>
          </p:nvGrpSpPr>
          <p:grpSpPr>
            <a:xfrm>
              <a:off x="8492850" y="243275"/>
              <a:ext cx="543900" cy="114600"/>
              <a:chOff x="8492850" y="243275"/>
              <a:chExt cx="543900" cy="114600"/>
            </a:xfrm>
          </p:grpSpPr>
          <p:sp>
            <p:nvSpPr>
              <p:cNvPr id="16" name="Google Shape;16;p2"/>
              <p:cNvSpPr/>
              <p:nvPr/>
            </p:nvSpPr>
            <p:spPr>
              <a:xfrm>
                <a:off x="84928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7" name="Google Shape;17;p2"/>
              <p:cNvSpPr/>
              <p:nvPr/>
            </p:nvSpPr>
            <p:spPr>
              <a:xfrm>
                <a:off x="870750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8" name="Google Shape;18;p2"/>
              <p:cNvSpPr/>
              <p:nvPr/>
            </p:nvSpPr>
            <p:spPr>
              <a:xfrm>
                <a:off x="89221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grpSp>
        <p:nvGrpSpPr>
          <p:cNvPr id="19" name="Google Shape;19;p2"/>
          <p:cNvGrpSpPr/>
          <p:nvPr/>
        </p:nvGrpSpPr>
        <p:grpSpPr>
          <a:xfrm>
            <a:off x="-50" y="300575"/>
            <a:ext cx="9144050" cy="4593475"/>
            <a:chOff x="-50" y="300575"/>
            <a:chExt cx="9144050" cy="4593475"/>
          </a:xfrm>
        </p:grpSpPr>
        <p:cxnSp>
          <p:nvCxnSpPr>
            <p:cNvPr id="20" name="Google Shape;20;p2"/>
            <p:cNvCxnSpPr/>
            <p:nvPr/>
          </p:nvCxnSpPr>
          <p:spPr>
            <a:xfrm rot="10800000">
              <a:off x="-50" y="300575"/>
              <a:ext cx="8485800" cy="0"/>
            </a:xfrm>
            <a:prstGeom prst="straightConnector1">
              <a:avLst/>
            </a:prstGeom>
            <a:noFill/>
            <a:ln w="9525" cap="flat" cmpd="sng">
              <a:solidFill>
                <a:schemeClr val="dk1"/>
              </a:solidFill>
              <a:prstDash val="solid"/>
              <a:round/>
              <a:headEnd type="none" w="med" len="med"/>
              <a:tailEnd type="none" w="med" len="med"/>
            </a:ln>
          </p:spPr>
        </p:cxnSp>
        <p:cxnSp>
          <p:nvCxnSpPr>
            <p:cNvPr id="21" name="Google Shape;21;p2"/>
            <p:cNvCxnSpPr/>
            <p:nvPr/>
          </p:nvCxnSpPr>
          <p:spPr>
            <a:xfrm>
              <a:off x="658200" y="4894050"/>
              <a:ext cx="8485800" cy="0"/>
            </a:xfrm>
            <a:prstGeom prst="straightConnector1">
              <a:avLst/>
            </a:prstGeom>
            <a:noFill/>
            <a:ln w="9525" cap="flat" cmpd="sng">
              <a:solidFill>
                <a:schemeClr val="dk1"/>
              </a:solidFill>
              <a:prstDash val="solid"/>
              <a:round/>
              <a:headEnd type="none" w="med" len="med"/>
              <a:tailEnd type="none" w="med" len="med"/>
            </a:ln>
          </p:spPr>
        </p:cxnSp>
      </p:grpSp>
      <p:sp>
        <p:nvSpPr>
          <p:cNvPr id="22" name="Google Shape;22;p2"/>
          <p:cNvSpPr txBox="1">
            <a:spLocks noGrp="1"/>
          </p:cNvSpPr>
          <p:nvPr>
            <p:ph type="ctrTitle"/>
          </p:nvPr>
        </p:nvSpPr>
        <p:spPr>
          <a:xfrm>
            <a:off x="904700" y="661400"/>
            <a:ext cx="4783800" cy="24222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000"/>
              <a:buNone/>
              <a:defRPr sz="5000"/>
            </a:lvl1pPr>
            <a:lvl2pPr lvl="1" algn="ctr">
              <a:spcBef>
                <a:spcPts val="0"/>
              </a:spcBef>
              <a:spcAft>
                <a:spcPts val="0"/>
              </a:spcAft>
              <a:buClr>
                <a:srgbClr val="191919"/>
              </a:buClr>
              <a:buSzPts val="5000"/>
              <a:buNone/>
              <a:defRPr sz="5000">
                <a:solidFill>
                  <a:srgbClr val="191919"/>
                </a:solidFill>
              </a:defRPr>
            </a:lvl2pPr>
            <a:lvl3pPr lvl="2" algn="ctr">
              <a:spcBef>
                <a:spcPts val="0"/>
              </a:spcBef>
              <a:spcAft>
                <a:spcPts val="0"/>
              </a:spcAft>
              <a:buClr>
                <a:srgbClr val="191919"/>
              </a:buClr>
              <a:buSzPts val="5000"/>
              <a:buNone/>
              <a:defRPr sz="5000">
                <a:solidFill>
                  <a:srgbClr val="191919"/>
                </a:solidFill>
              </a:defRPr>
            </a:lvl3pPr>
            <a:lvl4pPr lvl="3" algn="ctr">
              <a:spcBef>
                <a:spcPts val="0"/>
              </a:spcBef>
              <a:spcAft>
                <a:spcPts val="0"/>
              </a:spcAft>
              <a:buClr>
                <a:srgbClr val="191919"/>
              </a:buClr>
              <a:buSzPts val="5000"/>
              <a:buNone/>
              <a:defRPr sz="5000">
                <a:solidFill>
                  <a:srgbClr val="191919"/>
                </a:solidFill>
              </a:defRPr>
            </a:lvl4pPr>
            <a:lvl5pPr lvl="4" algn="ctr">
              <a:spcBef>
                <a:spcPts val="0"/>
              </a:spcBef>
              <a:spcAft>
                <a:spcPts val="0"/>
              </a:spcAft>
              <a:buClr>
                <a:srgbClr val="191919"/>
              </a:buClr>
              <a:buSzPts val="5000"/>
              <a:buNone/>
              <a:defRPr sz="5000">
                <a:solidFill>
                  <a:srgbClr val="191919"/>
                </a:solidFill>
              </a:defRPr>
            </a:lvl5pPr>
            <a:lvl6pPr lvl="5" algn="ctr">
              <a:spcBef>
                <a:spcPts val="0"/>
              </a:spcBef>
              <a:spcAft>
                <a:spcPts val="0"/>
              </a:spcAft>
              <a:buClr>
                <a:srgbClr val="191919"/>
              </a:buClr>
              <a:buSzPts val="5000"/>
              <a:buNone/>
              <a:defRPr sz="5000">
                <a:solidFill>
                  <a:srgbClr val="191919"/>
                </a:solidFill>
              </a:defRPr>
            </a:lvl6pPr>
            <a:lvl7pPr lvl="6" algn="ctr">
              <a:spcBef>
                <a:spcPts val="0"/>
              </a:spcBef>
              <a:spcAft>
                <a:spcPts val="0"/>
              </a:spcAft>
              <a:buClr>
                <a:srgbClr val="191919"/>
              </a:buClr>
              <a:buSzPts val="5000"/>
              <a:buNone/>
              <a:defRPr sz="5000">
                <a:solidFill>
                  <a:srgbClr val="191919"/>
                </a:solidFill>
              </a:defRPr>
            </a:lvl7pPr>
            <a:lvl8pPr lvl="7" algn="ctr">
              <a:spcBef>
                <a:spcPts val="0"/>
              </a:spcBef>
              <a:spcAft>
                <a:spcPts val="0"/>
              </a:spcAft>
              <a:buClr>
                <a:srgbClr val="191919"/>
              </a:buClr>
              <a:buSzPts val="5000"/>
              <a:buNone/>
              <a:defRPr sz="5000">
                <a:solidFill>
                  <a:srgbClr val="191919"/>
                </a:solidFill>
              </a:defRPr>
            </a:lvl8pPr>
            <a:lvl9pPr lvl="8" algn="ctr">
              <a:spcBef>
                <a:spcPts val="0"/>
              </a:spcBef>
              <a:spcAft>
                <a:spcPts val="0"/>
              </a:spcAft>
              <a:buClr>
                <a:srgbClr val="191919"/>
              </a:buClr>
              <a:buSzPts val="5000"/>
              <a:buNone/>
              <a:defRPr sz="5000">
                <a:solidFill>
                  <a:srgbClr val="191919"/>
                </a:solidFill>
              </a:defRPr>
            </a:lvl9pPr>
          </a:lstStyle>
          <a:p>
            <a:endParaRPr/>
          </a:p>
        </p:txBody>
      </p:sp>
      <p:sp>
        <p:nvSpPr>
          <p:cNvPr id="23" name="Google Shape;23;p2"/>
          <p:cNvSpPr txBox="1">
            <a:spLocks noGrp="1"/>
          </p:cNvSpPr>
          <p:nvPr>
            <p:ph type="subTitle" idx="1"/>
          </p:nvPr>
        </p:nvSpPr>
        <p:spPr>
          <a:xfrm>
            <a:off x="6176375" y="3924200"/>
            <a:ext cx="2252700" cy="684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7"/>
        <p:cNvGrpSpPr/>
        <p:nvPr/>
      </p:nvGrpSpPr>
      <p:grpSpPr>
        <a:xfrm>
          <a:off x="0" y="0"/>
          <a:ext cx="0" cy="0"/>
          <a:chOff x="0" y="0"/>
          <a:chExt cx="0" cy="0"/>
        </a:xfrm>
      </p:grpSpPr>
      <p:pic>
        <p:nvPicPr>
          <p:cNvPr id="58" name="Google Shape;58;p5"/>
          <p:cNvPicPr preferRelativeResize="0"/>
          <p:nvPr/>
        </p:nvPicPr>
        <p:blipFill>
          <a:blip r:embed="rId2">
            <a:alphaModFix amt="50000"/>
          </a:blip>
          <a:stretch>
            <a:fillRect/>
          </a:stretch>
        </p:blipFill>
        <p:spPr>
          <a:xfrm>
            <a:off x="0" y="0"/>
            <a:ext cx="9144000" cy="5143500"/>
          </a:xfrm>
          <a:prstGeom prst="rect">
            <a:avLst/>
          </a:prstGeom>
          <a:noFill/>
          <a:ln>
            <a:noFill/>
          </a:ln>
        </p:spPr>
      </p:pic>
      <p:grpSp>
        <p:nvGrpSpPr>
          <p:cNvPr id="59" name="Google Shape;59;p5"/>
          <p:cNvGrpSpPr/>
          <p:nvPr/>
        </p:nvGrpSpPr>
        <p:grpSpPr>
          <a:xfrm flipH="1">
            <a:off x="107200" y="243275"/>
            <a:ext cx="8929550" cy="4708075"/>
            <a:chOff x="107200" y="243275"/>
            <a:chExt cx="8929550" cy="4708075"/>
          </a:xfrm>
        </p:grpSpPr>
        <p:grpSp>
          <p:nvGrpSpPr>
            <p:cNvPr id="60" name="Google Shape;60;p5"/>
            <p:cNvGrpSpPr/>
            <p:nvPr/>
          </p:nvGrpSpPr>
          <p:grpSpPr>
            <a:xfrm>
              <a:off x="107200" y="4836750"/>
              <a:ext cx="543900" cy="114600"/>
              <a:chOff x="107200" y="4836750"/>
              <a:chExt cx="543900" cy="114600"/>
            </a:xfrm>
          </p:grpSpPr>
          <p:sp>
            <p:nvSpPr>
              <p:cNvPr id="61" name="Google Shape;61;p5"/>
              <p:cNvSpPr/>
              <p:nvPr/>
            </p:nvSpPr>
            <p:spPr>
              <a:xfrm flipH="1">
                <a:off x="5365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62" name="Google Shape;62;p5"/>
              <p:cNvSpPr/>
              <p:nvPr/>
            </p:nvSpPr>
            <p:spPr>
              <a:xfrm flipH="1">
                <a:off x="32185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63" name="Google Shape;63;p5"/>
              <p:cNvSpPr/>
              <p:nvPr/>
            </p:nvSpPr>
            <p:spPr>
              <a:xfrm flipH="1">
                <a:off x="1072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nvGrpSpPr>
            <p:cNvPr id="64" name="Google Shape;64;p5"/>
            <p:cNvGrpSpPr/>
            <p:nvPr/>
          </p:nvGrpSpPr>
          <p:grpSpPr>
            <a:xfrm>
              <a:off x="8492850" y="243275"/>
              <a:ext cx="543900" cy="114600"/>
              <a:chOff x="8492850" y="243275"/>
              <a:chExt cx="543900" cy="114600"/>
            </a:xfrm>
          </p:grpSpPr>
          <p:sp>
            <p:nvSpPr>
              <p:cNvPr id="65" name="Google Shape;65;p5"/>
              <p:cNvSpPr/>
              <p:nvPr/>
            </p:nvSpPr>
            <p:spPr>
              <a:xfrm>
                <a:off x="84928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66" name="Google Shape;66;p5"/>
              <p:cNvSpPr/>
              <p:nvPr/>
            </p:nvSpPr>
            <p:spPr>
              <a:xfrm>
                <a:off x="870750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67" name="Google Shape;67;p5"/>
              <p:cNvSpPr/>
              <p:nvPr/>
            </p:nvSpPr>
            <p:spPr>
              <a:xfrm>
                <a:off x="89221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grpSp>
        <p:nvGrpSpPr>
          <p:cNvPr id="68" name="Google Shape;68;p5"/>
          <p:cNvGrpSpPr/>
          <p:nvPr/>
        </p:nvGrpSpPr>
        <p:grpSpPr>
          <a:xfrm flipH="1">
            <a:off x="-50" y="300575"/>
            <a:ext cx="9144050" cy="4593475"/>
            <a:chOff x="-50" y="300575"/>
            <a:chExt cx="9144050" cy="4593475"/>
          </a:xfrm>
        </p:grpSpPr>
        <p:cxnSp>
          <p:nvCxnSpPr>
            <p:cNvPr id="69" name="Google Shape;69;p5"/>
            <p:cNvCxnSpPr/>
            <p:nvPr/>
          </p:nvCxnSpPr>
          <p:spPr>
            <a:xfrm rot="10800000">
              <a:off x="-50" y="300575"/>
              <a:ext cx="8485800" cy="0"/>
            </a:xfrm>
            <a:prstGeom prst="straightConnector1">
              <a:avLst/>
            </a:prstGeom>
            <a:noFill/>
            <a:ln w="9525" cap="flat" cmpd="sng">
              <a:solidFill>
                <a:schemeClr val="dk1"/>
              </a:solidFill>
              <a:prstDash val="solid"/>
              <a:round/>
              <a:headEnd type="none" w="med" len="med"/>
              <a:tailEnd type="none" w="med" len="med"/>
            </a:ln>
          </p:spPr>
        </p:cxnSp>
        <p:cxnSp>
          <p:nvCxnSpPr>
            <p:cNvPr id="70" name="Google Shape;70;p5"/>
            <p:cNvCxnSpPr/>
            <p:nvPr/>
          </p:nvCxnSpPr>
          <p:spPr>
            <a:xfrm>
              <a:off x="658200" y="4894050"/>
              <a:ext cx="8485800" cy="0"/>
            </a:xfrm>
            <a:prstGeom prst="straightConnector1">
              <a:avLst/>
            </a:prstGeom>
            <a:noFill/>
            <a:ln w="9525" cap="flat" cmpd="sng">
              <a:solidFill>
                <a:schemeClr val="dk1"/>
              </a:solidFill>
              <a:prstDash val="solid"/>
              <a:round/>
              <a:headEnd type="none" w="med" len="med"/>
              <a:tailEnd type="none" w="med" len="med"/>
            </a:ln>
          </p:spPr>
        </p:cxnSp>
      </p:grpSp>
      <p:sp>
        <p:nvSpPr>
          <p:cNvPr id="71" name="Google Shape;71;p5"/>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2" name="Google Shape;72;p5"/>
          <p:cNvSpPr txBox="1">
            <a:spLocks noGrp="1"/>
          </p:cNvSpPr>
          <p:nvPr>
            <p:ph type="subTitle" idx="1"/>
          </p:nvPr>
        </p:nvSpPr>
        <p:spPr>
          <a:xfrm>
            <a:off x="5305842" y="2393476"/>
            <a:ext cx="2529600" cy="148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 name="Google Shape;73;p5"/>
          <p:cNvSpPr txBox="1">
            <a:spLocks noGrp="1"/>
          </p:cNvSpPr>
          <p:nvPr>
            <p:ph type="subTitle" idx="2"/>
          </p:nvPr>
        </p:nvSpPr>
        <p:spPr>
          <a:xfrm>
            <a:off x="1837813" y="2393475"/>
            <a:ext cx="2529600" cy="148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4" name="Google Shape;74;p5"/>
          <p:cNvSpPr txBox="1">
            <a:spLocks noGrp="1"/>
          </p:cNvSpPr>
          <p:nvPr>
            <p:ph type="subTitle" idx="3"/>
          </p:nvPr>
        </p:nvSpPr>
        <p:spPr>
          <a:xfrm>
            <a:off x="1837813" y="1936275"/>
            <a:ext cx="2529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900"/>
              <a:buFont typeface="Sora"/>
              <a:buNone/>
              <a:defRPr sz="1900" b="1">
                <a:solidFill>
                  <a:schemeClr val="dk1"/>
                </a:solidFill>
                <a:latin typeface="Sora"/>
                <a:ea typeface="Sora"/>
                <a:cs typeface="Sora"/>
                <a:sym typeface="Sora"/>
              </a:defRPr>
            </a:lvl1pPr>
            <a:lvl2pPr lvl="1" algn="ctr" rtl="0">
              <a:lnSpc>
                <a:spcPct val="100000"/>
              </a:lnSpc>
              <a:spcBef>
                <a:spcPts val="0"/>
              </a:spcBef>
              <a:spcAft>
                <a:spcPts val="0"/>
              </a:spcAft>
              <a:buSzPts val="1900"/>
              <a:buFont typeface="Sora"/>
              <a:buNone/>
              <a:defRPr sz="1900">
                <a:latin typeface="Sora"/>
                <a:ea typeface="Sora"/>
                <a:cs typeface="Sora"/>
                <a:sym typeface="Sora"/>
              </a:defRPr>
            </a:lvl2pPr>
            <a:lvl3pPr lvl="2" algn="ctr" rtl="0">
              <a:lnSpc>
                <a:spcPct val="100000"/>
              </a:lnSpc>
              <a:spcBef>
                <a:spcPts val="0"/>
              </a:spcBef>
              <a:spcAft>
                <a:spcPts val="0"/>
              </a:spcAft>
              <a:buSzPts val="1900"/>
              <a:buFont typeface="Sora"/>
              <a:buNone/>
              <a:defRPr sz="1900">
                <a:latin typeface="Sora"/>
                <a:ea typeface="Sora"/>
                <a:cs typeface="Sora"/>
                <a:sym typeface="Sora"/>
              </a:defRPr>
            </a:lvl3pPr>
            <a:lvl4pPr lvl="3" algn="ctr" rtl="0">
              <a:lnSpc>
                <a:spcPct val="100000"/>
              </a:lnSpc>
              <a:spcBef>
                <a:spcPts val="0"/>
              </a:spcBef>
              <a:spcAft>
                <a:spcPts val="0"/>
              </a:spcAft>
              <a:buSzPts val="1900"/>
              <a:buFont typeface="Sora"/>
              <a:buNone/>
              <a:defRPr sz="1900">
                <a:latin typeface="Sora"/>
                <a:ea typeface="Sora"/>
                <a:cs typeface="Sora"/>
                <a:sym typeface="Sora"/>
              </a:defRPr>
            </a:lvl4pPr>
            <a:lvl5pPr lvl="4" algn="ctr" rtl="0">
              <a:lnSpc>
                <a:spcPct val="100000"/>
              </a:lnSpc>
              <a:spcBef>
                <a:spcPts val="0"/>
              </a:spcBef>
              <a:spcAft>
                <a:spcPts val="0"/>
              </a:spcAft>
              <a:buSzPts val="1900"/>
              <a:buFont typeface="Sora"/>
              <a:buNone/>
              <a:defRPr sz="1900">
                <a:latin typeface="Sora"/>
                <a:ea typeface="Sora"/>
                <a:cs typeface="Sora"/>
                <a:sym typeface="Sora"/>
              </a:defRPr>
            </a:lvl5pPr>
            <a:lvl6pPr lvl="5" algn="ctr" rtl="0">
              <a:lnSpc>
                <a:spcPct val="100000"/>
              </a:lnSpc>
              <a:spcBef>
                <a:spcPts val="0"/>
              </a:spcBef>
              <a:spcAft>
                <a:spcPts val="0"/>
              </a:spcAft>
              <a:buSzPts val="1900"/>
              <a:buFont typeface="Sora"/>
              <a:buNone/>
              <a:defRPr sz="1900">
                <a:latin typeface="Sora"/>
                <a:ea typeface="Sora"/>
                <a:cs typeface="Sora"/>
                <a:sym typeface="Sora"/>
              </a:defRPr>
            </a:lvl6pPr>
            <a:lvl7pPr lvl="6" algn="ctr" rtl="0">
              <a:lnSpc>
                <a:spcPct val="100000"/>
              </a:lnSpc>
              <a:spcBef>
                <a:spcPts val="0"/>
              </a:spcBef>
              <a:spcAft>
                <a:spcPts val="0"/>
              </a:spcAft>
              <a:buSzPts val="1900"/>
              <a:buFont typeface="Sora"/>
              <a:buNone/>
              <a:defRPr sz="1900">
                <a:latin typeface="Sora"/>
                <a:ea typeface="Sora"/>
                <a:cs typeface="Sora"/>
                <a:sym typeface="Sora"/>
              </a:defRPr>
            </a:lvl7pPr>
            <a:lvl8pPr lvl="7" algn="ctr" rtl="0">
              <a:lnSpc>
                <a:spcPct val="100000"/>
              </a:lnSpc>
              <a:spcBef>
                <a:spcPts val="0"/>
              </a:spcBef>
              <a:spcAft>
                <a:spcPts val="0"/>
              </a:spcAft>
              <a:buSzPts val="1900"/>
              <a:buFont typeface="Sora"/>
              <a:buNone/>
              <a:defRPr sz="1900">
                <a:latin typeface="Sora"/>
                <a:ea typeface="Sora"/>
                <a:cs typeface="Sora"/>
                <a:sym typeface="Sora"/>
              </a:defRPr>
            </a:lvl8pPr>
            <a:lvl9pPr lvl="8" algn="ctr" rtl="0">
              <a:lnSpc>
                <a:spcPct val="100000"/>
              </a:lnSpc>
              <a:spcBef>
                <a:spcPts val="0"/>
              </a:spcBef>
              <a:spcAft>
                <a:spcPts val="0"/>
              </a:spcAft>
              <a:buSzPts val="1900"/>
              <a:buFont typeface="Sora"/>
              <a:buNone/>
              <a:defRPr sz="1900">
                <a:latin typeface="Sora"/>
                <a:ea typeface="Sora"/>
                <a:cs typeface="Sora"/>
                <a:sym typeface="Sora"/>
              </a:defRPr>
            </a:lvl9pPr>
          </a:lstStyle>
          <a:p>
            <a:endParaRPr/>
          </a:p>
        </p:txBody>
      </p:sp>
      <p:sp>
        <p:nvSpPr>
          <p:cNvPr id="75" name="Google Shape;75;p5"/>
          <p:cNvSpPr txBox="1">
            <a:spLocks noGrp="1"/>
          </p:cNvSpPr>
          <p:nvPr>
            <p:ph type="subTitle" idx="4"/>
          </p:nvPr>
        </p:nvSpPr>
        <p:spPr>
          <a:xfrm>
            <a:off x="5305848" y="1936283"/>
            <a:ext cx="2529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900"/>
              <a:buFont typeface="Sora"/>
              <a:buNone/>
              <a:defRPr sz="1900" b="1">
                <a:solidFill>
                  <a:schemeClr val="dk1"/>
                </a:solidFill>
                <a:latin typeface="Sora"/>
                <a:ea typeface="Sora"/>
                <a:cs typeface="Sora"/>
                <a:sym typeface="Sora"/>
              </a:defRPr>
            </a:lvl1pPr>
            <a:lvl2pPr lvl="1" algn="ctr" rtl="0">
              <a:lnSpc>
                <a:spcPct val="100000"/>
              </a:lnSpc>
              <a:spcBef>
                <a:spcPts val="0"/>
              </a:spcBef>
              <a:spcAft>
                <a:spcPts val="0"/>
              </a:spcAft>
              <a:buSzPts val="1900"/>
              <a:buFont typeface="Sora"/>
              <a:buNone/>
              <a:defRPr sz="1900">
                <a:latin typeface="Sora"/>
                <a:ea typeface="Sora"/>
                <a:cs typeface="Sora"/>
                <a:sym typeface="Sora"/>
              </a:defRPr>
            </a:lvl2pPr>
            <a:lvl3pPr lvl="2" algn="ctr" rtl="0">
              <a:lnSpc>
                <a:spcPct val="100000"/>
              </a:lnSpc>
              <a:spcBef>
                <a:spcPts val="0"/>
              </a:spcBef>
              <a:spcAft>
                <a:spcPts val="0"/>
              </a:spcAft>
              <a:buSzPts val="1900"/>
              <a:buFont typeface="Sora"/>
              <a:buNone/>
              <a:defRPr sz="1900">
                <a:latin typeface="Sora"/>
                <a:ea typeface="Sora"/>
                <a:cs typeface="Sora"/>
                <a:sym typeface="Sora"/>
              </a:defRPr>
            </a:lvl3pPr>
            <a:lvl4pPr lvl="3" algn="ctr" rtl="0">
              <a:lnSpc>
                <a:spcPct val="100000"/>
              </a:lnSpc>
              <a:spcBef>
                <a:spcPts val="0"/>
              </a:spcBef>
              <a:spcAft>
                <a:spcPts val="0"/>
              </a:spcAft>
              <a:buSzPts val="1900"/>
              <a:buFont typeface="Sora"/>
              <a:buNone/>
              <a:defRPr sz="1900">
                <a:latin typeface="Sora"/>
                <a:ea typeface="Sora"/>
                <a:cs typeface="Sora"/>
                <a:sym typeface="Sora"/>
              </a:defRPr>
            </a:lvl4pPr>
            <a:lvl5pPr lvl="4" algn="ctr" rtl="0">
              <a:lnSpc>
                <a:spcPct val="100000"/>
              </a:lnSpc>
              <a:spcBef>
                <a:spcPts val="0"/>
              </a:spcBef>
              <a:spcAft>
                <a:spcPts val="0"/>
              </a:spcAft>
              <a:buSzPts val="1900"/>
              <a:buFont typeface="Sora"/>
              <a:buNone/>
              <a:defRPr sz="1900">
                <a:latin typeface="Sora"/>
                <a:ea typeface="Sora"/>
                <a:cs typeface="Sora"/>
                <a:sym typeface="Sora"/>
              </a:defRPr>
            </a:lvl5pPr>
            <a:lvl6pPr lvl="5" algn="ctr" rtl="0">
              <a:lnSpc>
                <a:spcPct val="100000"/>
              </a:lnSpc>
              <a:spcBef>
                <a:spcPts val="0"/>
              </a:spcBef>
              <a:spcAft>
                <a:spcPts val="0"/>
              </a:spcAft>
              <a:buSzPts val="1900"/>
              <a:buFont typeface="Sora"/>
              <a:buNone/>
              <a:defRPr sz="1900">
                <a:latin typeface="Sora"/>
                <a:ea typeface="Sora"/>
                <a:cs typeface="Sora"/>
                <a:sym typeface="Sora"/>
              </a:defRPr>
            </a:lvl6pPr>
            <a:lvl7pPr lvl="6" algn="ctr" rtl="0">
              <a:lnSpc>
                <a:spcPct val="100000"/>
              </a:lnSpc>
              <a:spcBef>
                <a:spcPts val="0"/>
              </a:spcBef>
              <a:spcAft>
                <a:spcPts val="0"/>
              </a:spcAft>
              <a:buSzPts val="1900"/>
              <a:buFont typeface="Sora"/>
              <a:buNone/>
              <a:defRPr sz="1900">
                <a:latin typeface="Sora"/>
                <a:ea typeface="Sora"/>
                <a:cs typeface="Sora"/>
                <a:sym typeface="Sora"/>
              </a:defRPr>
            </a:lvl7pPr>
            <a:lvl8pPr lvl="7" algn="ctr" rtl="0">
              <a:lnSpc>
                <a:spcPct val="100000"/>
              </a:lnSpc>
              <a:spcBef>
                <a:spcPts val="0"/>
              </a:spcBef>
              <a:spcAft>
                <a:spcPts val="0"/>
              </a:spcAft>
              <a:buSzPts val="1900"/>
              <a:buFont typeface="Sora"/>
              <a:buNone/>
              <a:defRPr sz="1900">
                <a:latin typeface="Sora"/>
                <a:ea typeface="Sora"/>
                <a:cs typeface="Sora"/>
                <a:sym typeface="Sora"/>
              </a:defRPr>
            </a:lvl8pPr>
            <a:lvl9pPr lvl="8" algn="ctr" rtl="0">
              <a:lnSpc>
                <a:spcPct val="100000"/>
              </a:lnSpc>
              <a:spcBef>
                <a:spcPts val="0"/>
              </a:spcBef>
              <a:spcAft>
                <a:spcPts val="0"/>
              </a:spcAft>
              <a:buSzPts val="1900"/>
              <a:buFont typeface="Sora"/>
              <a:buNone/>
              <a:defRPr sz="1900">
                <a:latin typeface="Sora"/>
                <a:ea typeface="Sora"/>
                <a:cs typeface="Sora"/>
                <a:sym typeface="Sora"/>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pic>
        <p:nvPicPr>
          <p:cNvPr id="77" name="Google Shape;77;p6"/>
          <p:cNvPicPr preferRelativeResize="0"/>
          <p:nvPr/>
        </p:nvPicPr>
        <p:blipFill>
          <a:blip r:embed="rId2">
            <a:alphaModFix amt="57000"/>
          </a:blip>
          <a:stretch>
            <a:fillRect/>
          </a:stretch>
        </p:blipFill>
        <p:spPr>
          <a:xfrm flipH="1">
            <a:off x="0" y="0"/>
            <a:ext cx="9144000" cy="5143492"/>
          </a:xfrm>
          <a:prstGeom prst="rect">
            <a:avLst/>
          </a:prstGeom>
          <a:noFill/>
          <a:ln>
            <a:noFill/>
          </a:ln>
        </p:spPr>
      </p:pic>
      <p:grpSp>
        <p:nvGrpSpPr>
          <p:cNvPr id="78" name="Google Shape;78;p6"/>
          <p:cNvGrpSpPr/>
          <p:nvPr/>
        </p:nvGrpSpPr>
        <p:grpSpPr>
          <a:xfrm flipH="1">
            <a:off x="107200" y="243275"/>
            <a:ext cx="8929550" cy="4708075"/>
            <a:chOff x="107200" y="243275"/>
            <a:chExt cx="8929550" cy="4708075"/>
          </a:xfrm>
        </p:grpSpPr>
        <p:grpSp>
          <p:nvGrpSpPr>
            <p:cNvPr id="79" name="Google Shape;79;p6"/>
            <p:cNvGrpSpPr/>
            <p:nvPr/>
          </p:nvGrpSpPr>
          <p:grpSpPr>
            <a:xfrm>
              <a:off x="107200" y="4836750"/>
              <a:ext cx="543900" cy="114600"/>
              <a:chOff x="107200" y="4836750"/>
              <a:chExt cx="543900" cy="114600"/>
            </a:xfrm>
          </p:grpSpPr>
          <p:sp>
            <p:nvSpPr>
              <p:cNvPr id="80" name="Google Shape;80;p6"/>
              <p:cNvSpPr/>
              <p:nvPr/>
            </p:nvSpPr>
            <p:spPr>
              <a:xfrm flipH="1">
                <a:off x="5365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81" name="Google Shape;81;p6"/>
              <p:cNvSpPr/>
              <p:nvPr/>
            </p:nvSpPr>
            <p:spPr>
              <a:xfrm flipH="1">
                <a:off x="32185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82" name="Google Shape;82;p6"/>
              <p:cNvSpPr/>
              <p:nvPr/>
            </p:nvSpPr>
            <p:spPr>
              <a:xfrm flipH="1">
                <a:off x="1072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nvGrpSpPr>
            <p:cNvPr id="83" name="Google Shape;83;p6"/>
            <p:cNvGrpSpPr/>
            <p:nvPr/>
          </p:nvGrpSpPr>
          <p:grpSpPr>
            <a:xfrm>
              <a:off x="8492850" y="243275"/>
              <a:ext cx="543900" cy="114600"/>
              <a:chOff x="8492850" y="243275"/>
              <a:chExt cx="543900" cy="114600"/>
            </a:xfrm>
          </p:grpSpPr>
          <p:sp>
            <p:nvSpPr>
              <p:cNvPr id="84" name="Google Shape;84;p6"/>
              <p:cNvSpPr/>
              <p:nvPr/>
            </p:nvSpPr>
            <p:spPr>
              <a:xfrm>
                <a:off x="84928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85" name="Google Shape;85;p6"/>
              <p:cNvSpPr/>
              <p:nvPr/>
            </p:nvSpPr>
            <p:spPr>
              <a:xfrm>
                <a:off x="870750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86" name="Google Shape;86;p6"/>
              <p:cNvSpPr/>
              <p:nvPr/>
            </p:nvSpPr>
            <p:spPr>
              <a:xfrm>
                <a:off x="89221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grpSp>
        <p:nvGrpSpPr>
          <p:cNvPr id="87" name="Google Shape;87;p6"/>
          <p:cNvGrpSpPr/>
          <p:nvPr/>
        </p:nvGrpSpPr>
        <p:grpSpPr>
          <a:xfrm flipH="1">
            <a:off x="-50" y="300575"/>
            <a:ext cx="9144050" cy="4593475"/>
            <a:chOff x="-50" y="300575"/>
            <a:chExt cx="9144050" cy="4593475"/>
          </a:xfrm>
        </p:grpSpPr>
        <p:cxnSp>
          <p:nvCxnSpPr>
            <p:cNvPr id="88" name="Google Shape;88;p6"/>
            <p:cNvCxnSpPr/>
            <p:nvPr/>
          </p:nvCxnSpPr>
          <p:spPr>
            <a:xfrm rot="10800000">
              <a:off x="-50" y="300575"/>
              <a:ext cx="8485800" cy="0"/>
            </a:xfrm>
            <a:prstGeom prst="straightConnector1">
              <a:avLst/>
            </a:prstGeom>
            <a:noFill/>
            <a:ln w="9525" cap="flat" cmpd="sng">
              <a:solidFill>
                <a:schemeClr val="dk1"/>
              </a:solidFill>
              <a:prstDash val="solid"/>
              <a:round/>
              <a:headEnd type="none" w="med" len="med"/>
              <a:tailEnd type="none" w="med" len="med"/>
            </a:ln>
          </p:spPr>
        </p:cxnSp>
        <p:cxnSp>
          <p:nvCxnSpPr>
            <p:cNvPr id="89" name="Google Shape;89;p6"/>
            <p:cNvCxnSpPr/>
            <p:nvPr/>
          </p:nvCxnSpPr>
          <p:spPr>
            <a:xfrm>
              <a:off x="658200" y="4894050"/>
              <a:ext cx="8485800" cy="0"/>
            </a:xfrm>
            <a:prstGeom prst="straightConnector1">
              <a:avLst/>
            </a:prstGeom>
            <a:noFill/>
            <a:ln w="9525" cap="flat" cmpd="sng">
              <a:solidFill>
                <a:schemeClr val="dk1"/>
              </a:solidFill>
              <a:prstDash val="solid"/>
              <a:round/>
              <a:headEnd type="none" w="med" len="med"/>
              <a:tailEnd type="none" w="med" len="med"/>
            </a:ln>
          </p:spPr>
        </p:cxnSp>
      </p:grpSp>
      <p:sp>
        <p:nvSpPr>
          <p:cNvPr id="90" name="Google Shape;90;p6"/>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8"/>
        <p:cNvGrpSpPr/>
        <p:nvPr/>
      </p:nvGrpSpPr>
      <p:grpSpPr>
        <a:xfrm>
          <a:off x="0" y="0"/>
          <a:ext cx="0" cy="0"/>
          <a:chOff x="0" y="0"/>
          <a:chExt cx="0" cy="0"/>
        </a:xfrm>
      </p:grpSpPr>
      <p:pic>
        <p:nvPicPr>
          <p:cNvPr id="109" name="Google Shape;109;p8"/>
          <p:cNvPicPr preferRelativeResize="0"/>
          <p:nvPr/>
        </p:nvPicPr>
        <p:blipFill>
          <a:blip r:embed="rId2">
            <a:alphaModFix amt="50000"/>
          </a:blip>
          <a:stretch>
            <a:fillRect/>
          </a:stretch>
        </p:blipFill>
        <p:spPr>
          <a:xfrm flipH="1">
            <a:off x="-2" y="0"/>
            <a:ext cx="9144005" cy="5143500"/>
          </a:xfrm>
          <a:prstGeom prst="rect">
            <a:avLst/>
          </a:prstGeom>
          <a:noFill/>
          <a:ln>
            <a:noFill/>
          </a:ln>
        </p:spPr>
      </p:pic>
      <p:grpSp>
        <p:nvGrpSpPr>
          <p:cNvPr id="110" name="Google Shape;110;p8"/>
          <p:cNvGrpSpPr/>
          <p:nvPr/>
        </p:nvGrpSpPr>
        <p:grpSpPr>
          <a:xfrm>
            <a:off x="107200" y="243275"/>
            <a:ext cx="8929550" cy="4708075"/>
            <a:chOff x="107200" y="243275"/>
            <a:chExt cx="8929550" cy="4708075"/>
          </a:xfrm>
        </p:grpSpPr>
        <p:grpSp>
          <p:nvGrpSpPr>
            <p:cNvPr id="111" name="Google Shape;111;p8"/>
            <p:cNvGrpSpPr/>
            <p:nvPr/>
          </p:nvGrpSpPr>
          <p:grpSpPr>
            <a:xfrm>
              <a:off x="107200" y="4836750"/>
              <a:ext cx="543900" cy="114600"/>
              <a:chOff x="107200" y="4836750"/>
              <a:chExt cx="543900" cy="114600"/>
            </a:xfrm>
          </p:grpSpPr>
          <p:sp>
            <p:nvSpPr>
              <p:cNvPr id="112" name="Google Shape;112;p8"/>
              <p:cNvSpPr/>
              <p:nvPr/>
            </p:nvSpPr>
            <p:spPr>
              <a:xfrm flipH="1">
                <a:off x="5365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13" name="Google Shape;113;p8"/>
              <p:cNvSpPr/>
              <p:nvPr/>
            </p:nvSpPr>
            <p:spPr>
              <a:xfrm flipH="1">
                <a:off x="32185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14" name="Google Shape;114;p8"/>
              <p:cNvSpPr/>
              <p:nvPr/>
            </p:nvSpPr>
            <p:spPr>
              <a:xfrm flipH="1">
                <a:off x="1072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nvGrpSpPr>
            <p:cNvPr id="115" name="Google Shape;115;p8"/>
            <p:cNvGrpSpPr/>
            <p:nvPr/>
          </p:nvGrpSpPr>
          <p:grpSpPr>
            <a:xfrm>
              <a:off x="8492850" y="243275"/>
              <a:ext cx="543900" cy="114600"/>
              <a:chOff x="8492850" y="243275"/>
              <a:chExt cx="543900" cy="114600"/>
            </a:xfrm>
          </p:grpSpPr>
          <p:sp>
            <p:nvSpPr>
              <p:cNvPr id="116" name="Google Shape;116;p8"/>
              <p:cNvSpPr/>
              <p:nvPr/>
            </p:nvSpPr>
            <p:spPr>
              <a:xfrm>
                <a:off x="84928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17" name="Google Shape;117;p8"/>
              <p:cNvSpPr/>
              <p:nvPr/>
            </p:nvSpPr>
            <p:spPr>
              <a:xfrm>
                <a:off x="870750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18" name="Google Shape;118;p8"/>
              <p:cNvSpPr/>
              <p:nvPr/>
            </p:nvSpPr>
            <p:spPr>
              <a:xfrm>
                <a:off x="89221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grpSp>
        <p:nvGrpSpPr>
          <p:cNvPr id="119" name="Google Shape;119;p8"/>
          <p:cNvGrpSpPr/>
          <p:nvPr/>
        </p:nvGrpSpPr>
        <p:grpSpPr>
          <a:xfrm>
            <a:off x="-50" y="300575"/>
            <a:ext cx="9144050" cy="4593475"/>
            <a:chOff x="-50" y="300575"/>
            <a:chExt cx="9144050" cy="4593475"/>
          </a:xfrm>
        </p:grpSpPr>
        <p:cxnSp>
          <p:nvCxnSpPr>
            <p:cNvPr id="120" name="Google Shape;120;p8"/>
            <p:cNvCxnSpPr/>
            <p:nvPr/>
          </p:nvCxnSpPr>
          <p:spPr>
            <a:xfrm rot="10800000">
              <a:off x="-50" y="300575"/>
              <a:ext cx="8485800" cy="0"/>
            </a:xfrm>
            <a:prstGeom prst="straightConnector1">
              <a:avLst/>
            </a:prstGeom>
            <a:noFill/>
            <a:ln w="9525" cap="flat" cmpd="sng">
              <a:solidFill>
                <a:schemeClr val="dk1"/>
              </a:solidFill>
              <a:prstDash val="solid"/>
              <a:round/>
              <a:headEnd type="none" w="med" len="med"/>
              <a:tailEnd type="none" w="med" len="med"/>
            </a:ln>
          </p:spPr>
        </p:cxnSp>
        <p:cxnSp>
          <p:nvCxnSpPr>
            <p:cNvPr id="121" name="Google Shape;121;p8"/>
            <p:cNvCxnSpPr/>
            <p:nvPr/>
          </p:nvCxnSpPr>
          <p:spPr>
            <a:xfrm>
              <a:off x="658200" y="4894050"/>
              <a:ext cx="8485800" cy="0"/>
            </a:xfrm>
            <a:prstGeom prst="straightConnector1">
              <a:avLst/>
            </a:prstGeom>
            <a:noFill/>
            <a:ln w="9525" cap="flat" cmpd="sng">
              <a:solidFill>
                <a:schemeClr val="dk1"/>
              </a:solidFill>
              <a:prstDash val="solid"/>
              <a:round/>
              <a:headEnd type="none" w="med" len="med"/>
              <a:tailEnd type="none" w="med" len="med"/>
            </a:ln>
          </p:spPr>
        </p:cxnSp>
      </p:grpSp>
      <p:sp>
        <p:nvSpPr>
          <p:cNvPr id="122" name="Google Shape;122;p8"/>
          <p:cNvSpPr txBox="1">
            <a:spLocks noGrp="1"/>
          </p:cNvSpPr>
          <p:nvPr>
            <p:ph type="title"/>
          </p:nvPr>
        </p:nvSpPr>
        <p:spPr>
          <a:xfrm>
            <a:off x="2171700" y="1307100"/>
            <a:ext cx="48006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3"/>
        <p:cNvGrpSpPr/>
        <p:nvPr/>
      </p:nvGrpSpPr>
      <p:grpSpPr>
        <a:xfrm>
          <a:off x="0" y="0"/>
          <a:ext cx="0" cy="0"/>
          <a:chOff x="0" y="0"/>
          <a:chExt cx="0" cy="0"/>
        </a:xfrm>
      </p:grpSpPr>
      <p:pic>
        <p:nvPicPr>
          <p:cNvPr id="124" name="Google Shape;124;p9"/>
          <p:cNvPicPr preferRelativeResize="0"/>
          <p:nvPr/>
        </p:nvPicPr>
        <p:blipFill>
          <a:blip r:embed="rId2">
            <a:alphaModFix amt="50000"/>
          </a:blip>
          <a:stretch>
            <a:fillRect/>
          </a:stretch>
        </p:blipFill>
        <p:spPr>
          <a:xfrm rot="10800000" flipH="1">
            <a:off x="-2" y="0"/>
            <a:ext cx="9144005" cy="5143500"/>
          </a:xfrm>
          <a:prstGeom prst="rect">
            <a:avLst/>
          </a:prstGeom>
          <a:noFill/>
          <a:ln>
            <a:noFill/>
          </a:ln>
        </p:spPr>
      </p:pic>
      <p:grpSp>
        <p:nvGrpSpPr>
          <p:cNvPr id="125" name="Google Shape;125;p9"/>
          <p:cNvGrpSpPr/>
          <p:nvPr/>
        </p:nvGrpSpPr>
        <p:grpSpPr>
          <a:xfrm flipH="1">
            <a:off x="107200" y="243275"/>
            <a:ext cx="8929550" cy="4708075"/>
            <a:chOff x="107200" y="243275"/>
            <a:chExt cx="8929550" cy="4708075"/>
          </a:xfrm>
        </p:grpSpPr>
        <p:grpSp>
          <p:nvGrpSpPr>
            <p:cNvPr id="126" name="Google Shape;126;p9"/>
            <p:cNvGrpSpPr/>
            <p:nvPr/>
          </p:nvGrpSpPr>
          <p:grpSpPr>
            <a:xfrm>
              <a:off x="107200" y="4836750"/>
              <a:ext cx="543900" cy="114600"/>
              <a:chOff x="107200" y="4836750"/>
              <a:chExt cx="543900" cy="114600"/>
            </a:xfrm>
          </p:grpSpPr>
          <p:sp>
            <p:nvSpPr>
              <p:cNvPr id="127" name="Google Shape;127;p9"/>
              <p:cNvSpPr/>
              <p:nvPr/>
            </p:nvSpPr>
            <p:spPr>
              <a:xfrm flipH="1">
                <a:off x="5365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28" name="Google Shape;128;p9"/>
              <p:cNvSpPr/>
              <p:nvPr/>
            </p:nvSpPr>
            <p:spPr>
              <a:xfrm flipH="1">
                <a:off x="32185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29" name="Google Shape;129;p9"/>
              <p:cNvSpPr/>
              <p:nvPr/>
            </p:nvSpPr>
            <p:spPr>
              <a:xfrm flipH="1">
                <a:off x="1072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nvGrpSpPr>
            <p:cNvPr id="130" name="Google Shape;130;p9"/>
            <p:cNvGrpSpPr/>
            <p:nvPr/>
          </p:nvGrpSpPr>
          <p:grpSpPr>
            <a:xfrm>
              <a:off x="8492850" y="243275"/>
              <a:ext cx="543900" cy="114600"/>
              <a:chOff x="8492850" y="243275"/>
              <a:chExt cx="543900" cy="114600"/>
            </a:xfrm>
          </p:grpSpPr>
          <p:sp>
            <p:nvSpPr>
              <p:cNvPr id="131" name="Google Shape;131;p9"/>
              <p:cNvSpPr/>
              <p:nvPr/>
            </p:nvSpPr>
            <p:spPr>
              <a:xfrm>
                <a:off x="84928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32" name="Google Shape;132;p9"/>
              <p:cNvSpPr/>
              <p:nvPr/>
            </p:nvSpPr>
            <p:spPr>
              <a:xfrm>
                <a:off x="870750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133" name="Google Shape;133;p9"/>
              <p:cNvSpPr/>
              <p:nvPr/>
            </p:nvSpPr>
            <p:spPr>
              <a:xfrm>
                <a:off x="89221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grpSp>
        <p:nvGrpSpPr>
          <p:cNvPr id="134" name="Google Shape;134;p9"/>
          <p:cNvGrpSpPr/>
          <p:nvPr/>
        </p:nvGrpSpPr>
        <p:grpSpPr>
          <a:xfrm flipH="1">
            <a:off x="-50" y="300575"/>
            <a:ext cx="9144050" cy="4593475"/>
            <a:chOff x="-50" y="300575"/>
            <a:chExt cx="9144050" cy="4593475"/>
          </a:xfrm>
        </p:grpSpPr>
        <p:cxnSp>
          <p:nvCxnSpPr>
            <p:cNvPr id="135" name="Google Shape;135;p9"/>
            <p:cNvCxnSpPr/>
            <p:nvPr/>
          </p:nvCxnSpPr>
          <p:spPr>
            <a:xfrm rot="10800000">
              <a:off x="-50" y="300575"/>
              <a:ext cx="8485800" cy="0"/>
            </a:xfrm>
            <a:prstGeom prst="straightConnector1">
              <a:avLst/>
            </a:prstGeom>
            <a:noFill/>
            <a:ln w="9525" cap="flat" cmpd="sng">
              <a:solidFill>
                <a:schemeClr val="dk1"/>
              </a:solidFill>
              <a:prstDash val="solid"/>
              <a:round/>
              <a:headEnd type="none" w="med" len="med"/>
              <a:tailEnd type="none" w="med" len="med"/>
            </a:ln>
          </p:spPr>
        </p:cxnSp>
        <p:cxnSp>
          <p:nvCxnSpPr>
            <p:cNvPr id="136" name="Google Shape;136;p9"/>
            <p:cNvCxnSpPr/>
            <p:nvPr/>
          </p:nvCxnSpPr>
          <p:spPr>
            <a:xfrm>
              <a:off x="658200" y="4894050"/>
              <a:ext cx="8485800" cy="0"/>
            </a:xfrm>
            <a:prstGeom prst="straightConnector1">
              <a:avLst/>
            </a:prstGeom>
            <a:noFill/>
            <a:ln w="9525" cap="flat" cmpd="sng">
              <a:solidFill>
                <a:schemeClr val="dk1"/>
              </a:solidFill>
              <a:prstDash val="solid"/>
              <a:round/>
              <a:headEnd type="none" w="med" len="med"/>
              <a:tailEnd type="none" w="med" len="med"/>
            </a:ln>
          </p:spPr>
        </p:cxnSp>
      </p:grpSp>
      <p:sp>
        <p:nvSpPr>
          <p:cNvPr id="137" name="Google Shape;137;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38" name="Google Shape;138;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9"/>
        <p:cNvGrpSpPr/>
        <p:nvPr/>
      </p:nvGrpSpPr>
      <p:grpSpPr>
        <a:xfrm>
          <a:off x="0" y="0"/>
          <a:ext cx="0" cy="0"/>
          <a:chOff x="0" y="0"/>
          <a:chExt cx="0" cy="0"/>
        </a:xfrm>
      </p:grpSpPr>
      <p:sp>
        <p:nvSpPr>
          <p:cNvPr id="140" name="Google Shape;140;p10"/>
          <p:cNvSpPr>
            <a:spLocks noGrp="1"/>
          </p:cNvSpPr>
          <p:nvPr>
            <p:ph type="pic" idx="2"/>
          </p:nvPr>
        </p:nvSpPr>
        <p:spPr>
          <a:xfrm>
            <a:off x="-6875" y="0"/>
            <a:ext cx="9144000" cy="5157300"/>
          </a:xfrm>
          <a:prstGeom prst="rect">
            <a:avLst/>
          </a:prstGeom>
          <a:noFill/>
          <a:ln>
            <a:noFill/>
          </a:ln>
        </p:spPr>
      </p:sp>
      <p:sp>
        <p:nvSpPr>
          <p:cNvPr id="141" name="Google Shape;141;p10"/>
          <p:cNvSpPr txBox="1">
            <a:spLocks noGrp="1"/>
          </p:cNvSpPr>
          <p:nvPr>
            <p:ph type="title"/>
          </p:nvPr>
        </p:nvSpPr>
        <p:spPr>
          <a:xfrm>
            <a:off x="720000" y="4038000"/>
            <a:ext cx="7704000" cy="572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81"/>
        <p:cNvGrpSpPr/>
        <p:nvPr/>
      </p:nvGrpSpPr>
      <p:grpSpPr>
        <a:xfrm>
          <a:off x="0" y="0"/>
          <a:ext cx="0" cy="0"/>
          <a:chOff x="0" y="0"/>
          <a:chExt cx="0" cy="0"/>
        </a:xfrm>
      </p:grpSpPr>
      <p:pic>
        <p:nvPicPr>
          <p:cNvPr id="382" name="Google Shape;382;p24"/>
          <p:cNvPicPr preferRelativeResize="0"/>
          <p:nvPr/>
        </p:nvPicPr>
        <p:blipFill>
          <a:blip r:embed="rId2">
            <a:alphaModFix amt="57000"/>
          </a:blip>
          <a:stretch>
            <a:fillRect/>
          </a:stretch>
        </p:blipFill>
        <p:spPr>
          <a:xfrm flipH="1">
            <a:off x="0" y="0"/>
            <a:ext cx="9144000" cy="5143492"/>
          </a:xfrm>
          <a:prstGeom prst="rect">
            <a:avLst/>
          </a:prstGeom>
          <a:noFill/>
          <a:ln>
            <a:noFill/>
          </a:ln>
        </p:spPr>
      </p:pic>
      <p:grpSp>
        <p:nvGrpSpPr>
          <p:cNvPr id="383" name="Google Shape;383;p24"/>
          <p:cNvGrpSpPr/>
          <p:nvPr/>
        </p:nvGrpSpPr>
        <p:grpSpPr>
          <a:xfrm>
            <a:off x="107200" y="243275"/>
            <a:ext cx="8929550" cy="4708075"/>
            <a:chOff x="107200" y="243275"/>
            <a:chExt cx="8929550" cy="4708075"/>
          </a:xfrm>
        </p:grpSpPr>
        <p:grpSp>
          <p:nvGrpSpPr>
            <p:cNvPr id="384" name="Google Shape;384;p24"/>
            <p:cNvGrpSpPr/>
            <p:nvPr/>
          </p:nvGrpSpPr>
          <p:grpSpPr>
            <a:xfrm>
              <a:off x="107200" y="4836750"/>
              <a:ext cx="543900" cy="114600"/>
              <a:chOff x="107200" y="4836750"/>
              <a:chExt cx="543900" cy="114600"/>
            </a:xfrm>
          </p:grpSpPr>
          <p:sp>
            <p:nvSpPr>
              <p:cNvPr id="385" name="Google Shape;385;p24"/>
              <p:cNvSpPr/>
              <p:nvPr/>
            </p:nvSpPr>
            <p:spPr>
              <a:xfrm flipH="1">
                <a:off x="5365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386" name="Google Shape;386;p24"/>
              <p:cNvSpPr/>
              <p:nvPr/>
            </p:nvSpPr>
            <p:spPr>
              <a:xfrm flipH="1">
                <a:off x="32185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387" name="Google Shape;387;p24"/>
              <p:cNvSpPr/>
              <p:nvPr/>
            </p:nvSpPr>
            <p:spPr>
              <a:xfrm flipH="1">
                <a:off x="1072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nvGrpSpPr>
            <p:cNvPr id="388" name="Google Shape;388;p24"/>
            <p:cNvGrpSpPr/>
            <p:nvPr/>
          </p:nvGrpSpPr>
          <p:grpSpPr>
            <a:xfrm>
              <a:off x="8492850" y="243275"/>
              <a:ext cx="543900" cy="114600"/>
              <a:chOff x="8492850" y="243275"/>
              <a:chExt cx="543900" cy="114600"/>
            </a:xfrm>
          </p:grpSpPr>
          <p:sp>
            <p:nvSpPr>
              <p:cNvPr id="389" name="Google Shape;389;p24"/>
              <p:cNvSpPr/>
              <p:nvPr/>
            </p:nvSpPr>
            <p:spPr>
              <a:xfrm>
                <a:off x="84928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390" name="Google Shape;390;p24"/>
              <p:cNvSpPr/>
              <p:nvPr/>
            </p:nvSpPr>
            <p:spPr>
              <a:xfrm>
                <a:off x="870750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391" name="Google Shape;391;p24"/>
              <p:cNvSpPr/>
              <p:nvPr/>
            </p:nvSpPr>
            <p:spPr>
              <a:xfrm>
                <a:off x="89221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grpSp>
        <p:nvGrpSpPr>
          <p:cNvPr id="392" name="Google Shape;392;p24"/>
          <p:cNvGrpSpPr/>
          <p:nvPr/>
        </p:nvGrpSpPr>
        <p:grpSpPr>
          <a:xfrm>
            <a:off x="-50" y="300575"/>
            <a:ext cx="9144050" cy="4593475"/>
            <a:chOff x="-50" y="300575"/>
            <a:chExt cx="9144050" cy="4593475"/>
          </a:xfrm>
        </p:grpSpPr>
        <p:cxnSp>
          <p:nvCxnSpPr>
            <p:cNvPr id="393" name="Google Shape;393;p24"/>
            <p:cNvCxnSpPr/>
            <p:nvPr/>
          </p:nvCxnSpPr>
          <p:spPr>
            <a:xfrm rot="10800000">
              <a:off x="-50" y="300575"/>
              <a:ext cx="8485800" cy="0"/>
            </a:xfrm>
            <a:prstGeom prst="straightConnector1">
              <a:avLst/>
            </a:prstGeom>
            <a:noFill/>
            <a:ln w="9525" cap="flat" cmpd="sng">
              <a:solidFill>
                <a:schemeClr val="dk1"/>
              </a:solidFill>
              <a:prstDash val="solid"/>
              <a:round/>
              <a:headEnd type="none" w="med" len="med"/>
              <a:tailEnd type="none" w="med" len="med"/>
            </a:ln>
          </p:spPr>
        </p:cxnSp>
        <p:cxnSp>
          <p:nvCxnSpPr>
            <p:cNvPr id="394" name="Google Shape;394;p24"/>
            <p:cNvCxnSpPr/>
            <p:nvPr/>
          </p:nvCxnSpPr>
          <p:spPr>
            <a:xfrm>
              <a:off x="658200" y="4894050"/>
              <a:ext cx="84858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
    <p:spTree>
      <p:nvGrpSpPr>
        <p:cNvPr id="1" name="Shape 395"/>
        <p:cNvGrpSpPr/>
        <p:nvPr/>
      </p:nvGrpSpPr>
      <p:grpSpPr>
        <a:xfrm>
          <a:off x="0" y="0"/>
          <a:ext cx="0" cy="0"/>
          <a:chOff x="0" y="0"/>
          <a:chExt cx="0" cy="0"/>
        </a:xfrm>
      </p:grpSpPr>
      <p:pic>
        <p:nvPicPr>
          <p:cNvPr id="396" name="Google Shape;396;p25"/>
          <p:cNvPicPr preferRelativeResize="0"/>
          <p:nvPr/>
        </p:nvPicPr>
        <p:blipFill>
          <a:blip r:embed="rId2">
            <a:alphaModFix amt="50000"/>
          </a:blip>
          <a:stretch>
            <a:fillRect/>
          </a:stretch>
        </p:blipFill>
        <p:spPr>
          <a:xfrm flipH="1">
            <a:off x="0" y="0"/>
            <a:ext cx="9144000" cy="5143500"/>
          </a:xfrm>
          <a:prstGeom prst="rect">
            <a:avLst/>
          </a:prstGeom>
          <a:noFill/>
          <a:ln>
            <a:noFill/>
          </a:ln>
        </p:spPr>
      </p:pic>
      <p:grpSp>
        <p:nvGrpSpPr>
          <p:cNvPr id="397" name="Google Shape;397;p25"/>
          <p:cNvGrpSpPr/>
          <p:nvPr/>
        </p:nvGrpSpPr>
        <p:grpSpPr>
          <a:xfrm flipH="1">
            <a:off x="107200" y="243275"/>
            <a:ext cx="8929550" cy="4708075"/>
            <a:chOff x="107200" y="243275"/>
            <a:chExt cx="8929550" cy="4708075"/>
          </a:xfrm>
        </p:grpSpPr>
        <p:grpSp>
          <p:nvGrpSpPr>
            <p:cNvPr id="398" name="Google Shape;398;p25"/>
            <p:cNvGrpSpPr/>
            <p:nvPr/>
          </p:nvGrpSpPr>
          <p:grpSpPr>
            <a:xfrm>
              <a:off x="107200" y="4836750"/>
              <a:ext cx="543900" cy="114600"/>
              <a:chOff x="107200" y="4836750"/>
              <a:chExt cx="543900" cy="114600"/>
            </a:xfrm>
          </p:grpSpPr>
          <p:sp>
            <p:nvSpPr>
              <p:cNvPr id="399" name="Google Shape;399;p25"/>
              <p:cNvSpPr/>
              <p:nvPr/>
            </p:nvSpPr>
            <p:spPr>
              <a:xfrm flipH="1">
                <a:off x="5365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400" name="Google Shape;400;p25"/>
              <p:cNvSpPr/>
              <p:nvPr/>
            </p:nvSpPr>
            <p:spPr>
              <a:xfrm flipH="1">
                <a:off x="32185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401" name="Google Shape;401;p25"/>
              <p:cNvSpPr/>
              <p:nvPr/>
            </p:nvSpPr>
            <p:spPr>
              <a:xfrm flipH="1">
                <a:off x="107200" y="4836750"/>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nvGrpSpPr>
            <p:cNvPr id="402" name="Google Shape;402;p25"/>
            <p:cNvGrpSpPr/>
            <p:nvPr/>
          </p:nvGrpSpPr>
          <p:grpSpPr>
            <a:xfrm>
              <a:off x="8492850" y="243275"/>
              <a:ext cx="543900" cy="114600"/>
              <a:chOff x="8492850" y="243275"/>
              <a:chExt cx="543900" cy="114600"/>
            </a:xfrm>
          </p:grpSpPr>
          <p:sp>
            <p:nvSpPr>
              <p:cNvPr id="403" name="Google Shape;403;p25"/>
              <p:cNvSpPr/>
              <p:nvPr/>
            </p:nvSpPr>
            <p:spPr>
              <a:xfrm>
                <a:off x="84928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404" name="Google Shape;404;p25"/>
              <p:cNvSpPr/>
              <p:nvPr/>
            </p:nvSpPr>
            <p:spPr>
              <a:xfrm>
                <a:off x="870750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405" name="Google Shape;405;p25"/>
              <p:cNvSpPr/>
              <p:nvPr/>
            </p:nvSpPr>
            <p:spPr>
              <a:xfrm>
                <a:off x="8922150" y="243275"/>
                <a:ext cx="114600" cy="114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grpSp>
      </p:grpSp>
      <p:grpSp>
        <p:nvGrpSpPr>
          <p:cNvPr id="406" name="Google Shape;406;p25"/>
          <p:cNvGrpSpPr/>
          <p:nvPr/>
        </p:nvGrpSpPr>
        <p:grpSpPr>
          <a:xfrm flipH="1">
            <a:off x="-50" y="300575"/>
            <a:ext cx="9144050" cy="4593475"/>
            <a:chOff x="-50" y="300575"/>
            <a:chExt cx="9144050" cy="4593475"/>
          </a:xfrm>
        </p:grpSpPr>
        <p:cxnSp>
          <p:nvCxnSpPr>
            <p:cNvPr id="407" name="Google Shape;407;p25"/>
            <p:cNvCxnSpPr/>
            <p:nvPr/>
          </p:nvCxnSpPr>
          <p:spPr>
            <a:xfrm rot="10800000">
              <a:off x="-50" y="300575"/>
              <a:ext cx="8485800" cy="0"/>
            </a:xfrm>
            <a:prstGeom prst="straightConnector1">
              <a:avLst/>
            </a:prstGeom>
            <a:noFill/>
            <a:ln w="9525" cap="flat" cmpd="sng">
              <a:solidFill>
                <a:schemeClr val="dk1"/>
              </a:solidFill>
              <a:prstDash val="solid"/>
              <a:round/>
              <a:headEnd type="none" w="med" len="med"/>
              <a:tailEnd type="none" w="med" len="med"/>
            </a:ln>
          </p:spPr>
        </p:cxnSp>
        <p:cxnSp>
          <p:nvCxnSpPr>
            <p:cNvPr id="408" name="Google Shape;408;p25"/>
            <p:cNvCxnSpPr/>
            <p:nvPr/>
          </p:nvCxnSpPr>
          <p:spPr>
            <a:xfrm>
              <a:off x="658200" y="4894050"/>
              <a:ext cx="84858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2"/>
              </a:buClr>
              <a:buSzPts val="1200"/>
              <a:buFont typeface="Instrument Sans"/>
              <a:buChar char="○"/>
              <a:defRPr sz="1200">
                <a:solidFill>
                  <a:schemeClr val="dk1"/>
                </a:solidFill>
                <a:latin typeface="Instrument Sans"/>
                <a:ea typeface="Instrument Sans"/>
                <a:cs typeface="Instrument Sans"/>
                <a:sym typeface="Instrument Sans"/>
              </a:defRPr>
            </a:lvl1pPr>
            <a:lvl2pPr marL="914400" lvl="1" indent="-304800">
              <a:lnSpc>
                <a:spcPct val="100000"/>
              </a:lnSpc>
              <a:spcBef>
                <a:spcPts val="0"/>
              </a:spcBef>
              <a:spcAft>
                <a:spcPts val="0"/>
              </a:spcAft>
              <a:buClr>
                <a:schemeClr val="accent2"/>
              </a:buClr>
              <a:buSzPts val="1200"/>
              <a:buFont typeface="Instrument Sans"/>
              <a:buChar char="○"/>
              <a:defRPr sz="1200">
                <a:solidFill>
                  <a:schemeClr val="dk1"/>
                </a:solidFill>
                <a:latin typeface="Instrument Sans"/>
                <a:ea typeface="Instrument Sans"/>
                <a:cs typeface="Instrument Sans"/>
                <a:sym typeface="Instrument Sans"/>
              </a:defRPr>
            </a:lvl2pPr>
            <a:lvl3pPr marL="1371600" lvl="2" indent="-304800">
              <a:lnSpc>
                <a:spcPct val="100000"/>
              </a:lnSpc>
              <a:spcBef>
                <a:spcPts val="0"/>
              </a:spcBef>
              <a:spcAft>
                <a:spcPts val="0"/>
              </a:spcAft>
              <a:buClr>
                <a:schemeClr val="dk1"/>
              </a:buClr>
              <a:buSzPts val="1200"/>
              <a:buFont typeface="Instrument Sans"/>
              <a:buChar char="■"/>
              <a:defRPr sz="1200">
                <a:solidFill>
                  <a:schemeClr val="dk1"/>
                </a:solidFill>
                <a:latin typeface="Instrument Sans"/>
                <a:ea typeface="Instrument Sans"/>
                <a:cs typeface="Instrument Sans"/>
                <a:sym typeface="Instrument Sans"/>
              </a:defRPr>
            </a:lvl3pPr>
            <a:lvl4pPr marL="1828800" lvl="3" indent="-304800">
              <a:lnSpc>
                <a:spcPct val="100000"/>
              </a:lnSpc>
              <a:spcBef>
                <a:spcPts val="0"/>
              </a:spcBef>
              <a:spcAft>
                <a:spcPts val="0"/>
              </a:spcAft>
              <a:buClr>
                <a:schemeClr val="dk1"/>
              </a:buClr>
              <a:buSzPts val="1200"/>
              <a:buFont typeface="Instrument Sans"/>
              <a:buChar char="●"/>
              <a:defRPr sz="1200">
                <a:solidFill>
                  <a:schemeClr val="dk1"/>
                </a:solidFill>
                <a:latin typeface="Instrument Sans"/>
                <a:ea typeface="Instrument Sans"/>
                <a:cs typeface="Instrument Sans"/>
                <a:sym typeface="Instrument Sans"/>
              </a:defRPr>
            </a:lvl4pPr>
            <a:lvl5pPr marL="2286000" lvl="4" indent="-304800">
              <a:lnSpc>
                <a:spcPct val="100000"/>
              </a:lnSpc>
              <a:spcBef>
                <a:spcPts val="0"/>
              </a:spcBef>
              <a:spcAft>
                <a:spcPts val="0"/>
              </a:spcAft>
              <a:buClr>
                <a:schemeClr val="dk1"/>
              </a:buClr>
              <a:buSzPts val="1200"/>
              <a:buFont typeface="Instrument Sans"/>
              <a:buChar char="○"/>
              <a:defRPr sz="1200">
                <a:solidFill>
                  <a:schemeClr val="dk1"/>
                </a:solidFill>
                <a:latin typeface="Instrument Sans"/>
                <a:ea typeface="Instrument Sans"/>
                <a:cs typeface="Instrument Sans"/>
                <a:sym typeface="Instrument Sans"/>
              </a:defRPr>
            </a:lvl5pPr>
            <a:lvl6pPr marL="2743200" lvl="5" indent="-304800">
              <a:lnSpc>
                <a:spcPct val="100000"/>
              </a:lnSpc>
              <a:spcBef>
                <a:spcPts val="0"/>
              </a:spcBef>
              <a:spcAft>
                <a:spcPts val="0"/>
              </a:spcAft>
              <a:buClr>
                <a:schemeClr val="dk1"/>
              </a:buClr>
              <a:buSzPts val="1200"/>
              <a:buFont typeface="Instrument Sans"/>
              <a:buChar char="■"/>
              <a:defRPr sz="1200">
                <a:solidFill>
                  <a:schemeClr val="dk1"/>
                </a:solidFill>
                <a:latin typeface="Instrument Sans"/>
                <a:ea typeface="Instrument Sans"/>
                <a:cs typeface="Instrument Sans"/>
                <a:sym typeface="Instrument Sans"/>
              </a:defRPr>
            </a:lvl6pPr>
            <a:lvl7pPr marL="3200400" lvl="6" indent="-304800">
              <a:lnSpc>
                <a:spcPct val="100000"/>
              </a:lnSpc>
              <a:spcBef>
                <a:spcPts val="0"/>
              </a:spcBef>
              <a:spcAft>
                <a:spcPts val="0"/>
              </a:spcAft>
              <a:buClr>
                <a:schemeClr val="dk1"/>
              </a:buClr>
              <a:buSzPts val="1200"/>
              <a:buFont typeface="Instrument Sans"/>
              <a:buChar char="●"/>
              <a:defRPr sz="1200">
                <a:solidFill>
                  <a:schemeClr val="dk1"/>
                </a:solidFill>
                <a:latin typeface="Instrument Sans"/>
                <a:ea typeface="Instrument Sans"/>
                <a:cs typeface="Instrument Sans"/>
                <a:sym typeface="Instrument Sans"/>
              </a:defRPr>
            </a:lvl7pPr>
            <a:lvl8pPr marL="3657600" lvl="7" indent="-304800">
              <a:lnSpc>
                <a:spcPct val="100000"/>
              </a:lnSpc>
              <a:spcBef>
                <a:spcPts val="0"/>
              </a:spcBef>
              <a:spcAft>
                <a:spcPts val="0"/>
              </a:spcAft>
              <a:buClr>
                <a:schemeClr val="dk1"/>
              </a:buClr>
              <a:buSzPts val="1200"/>
              <a:buFont typeface="Instrument Sans"/>
              <a:buChar char="○"/>
              <a:defRPr sz="1200">
                <a:solidFill>
                  <a:schemeClr val="dk1"/>
                </a:solidFill>
                <a:latin typeface="Instrument Sans"/>
                <a:ea typeface="Instrument Sans"/>
                <a:cs typeface="Instrument Sans"/>
                <a:sym typeface="Instrument Sans"/>
              </a:defRPr>
            </a:lvl8pPr>
            <a:lvl9pPr marL="4114800" lvl="8" indent="-304800">
              <a:lnSpc>
                <a:spcPct val="100000"/>
              </a:lnSpc>
              <a:spcBef>
                <a:spcPts val="0"/>
              </a:spcBef>
              <a:spcAft>
                <a:spcPts val="0"/>
              </a:spcAft>
              <a:buClr>
                <a:schemeClr val="dk1"/>
              </a:buClr>
              <a:buSzPts val="1200"/>
              <a:buFont typeface="Instrument Sans"/>
              <a:buChar char="■"/>
              <a:defRPr sz="1200">
                <a:solidFill>
                  <a:schemeClr val="dk1"/>
                </a:solidFill>
                <a:latin typeface="Instrument Sans"/>
                <a:ea typeface="Instrument Sans"/>
                <a:cs typeface="Instrument Sans"/>
                <a:sym typeface="Instrumen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4" r:id="rId4"/>
    <p:sldLayoutId id="2147483655" r:id="rId5"/>
    <p:sldLayoutId id="2147483656" r:id="rId6"/>
    <p:sldLayoutId id="2147483658" r:id="rId7"/>
    <p:sldLayoutId id="2147483670" r:id="rId8"/>
    <p:sldLayoutId id="214748367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9"/>
          <p:cNvSpPr txBox="1">
            <a:spLocks noGrp="1"/>
          </p:cNvSpPr>
          <p:nvPr>
            <p:ph type="ctrTitle"/>
          </p:nvPr>
        </p:nvSpPr>
        <p:spPr>
          <a:xfrm>
            <a:off x="962776" y="1152055"/>
            <a:ext cx="7051225" cy="242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dirty="0"/>
              <a:t>AI Palmistry &amp; Tarot Intelligence </a:t>
            </a:r>
            <a:r>
              <a:rPr lang="en" sz="5400" dirty="0">
                <a:solidFill>
                  <a:schemeClr val="accent2">
                    <a:lumMod val="60000"/>
                    <a:lumOff val="40000"/>
                  </a:schemeClr>
                </a:solidFill>
              </a:rPr>
              <a:t>Platform</a:t>
            </a:r>
            <a:r>
              <a:rPr lang="en" sz="5400" dirty="0"/>
              <a:t> </a:t>
            </a:r>
            <a:endParaRPr sz="5400" dirty="0">
              <a:solidFill>
                <a:schemeClr val="accent2"/>
              </a:solidFill>
            </a:endParaRPr>
          </a:p>
        </p:txBody>
      </p:sp>
      <p:cxnSp>
        <p:nvCxnSpPr>
          <p:cNvPr id="421" name="Google Shape;421;p29"/>
          <p:cNvCxnSpPr/>
          <p:nvPr/>
        </p:nvCxnSpPr>
        <p:spPr>
          <a:xfrm>
            <a:off x="767139" y="1303277"/>
            <a:ext cx="0" cy="19032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70" name="Google Shape;470;p34"/>
          <p:cNvSpPr txBox="1">
            <a:spLocks noGrp="1"/>
          </p:cNvSpPr>
          <p:nvPr>
            <p:ph type="title"/>
          </p:nvPr>
        </p:nvSpPr>
        <p:spPr>
          <a:xfrm>
            <a:off x="321899" y="60730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STATEMENT </a:t>
            </a:r>
            <a:endParaRPr dirty="0"/>
          </a:p>
        </p:txBody>
      </p:sp>
      <p:sp>
        <p:nvSpPr>
          <p:cNvPr id="3" name="TextBox 2">
            <a:extLst>
              <a:ext uri="{FF2B5EF4-FFF2-40B4-BE49-F238E27FC236}">
                <a16:creationId xmlns:a16="http://schemas.microsoft.com/office/drawing/2014/main" id="{08E80C10-F33B-99FA-ED35-AD107017994B}"/>
              </a:ext>
            </a:extLst>
          </p:cNvPr>
          <p:cNvSpPr txBox="1"/>
          <p:nvPr/>
        </p:nvSpPr>
        <p:spPr>
          <a:xfrm>
            <a:off x="701431" y="1537759"/>
            <a:ext cx="7609944" cy="2280624"/>
          </a:xfrm>
          <a:prstGeom prst="rect">
            <a:avLst/>
          </a:prstGeom>
          <a:noFill/>
        </p:spPr>
        <p:txBody>
          <a:bodyPr wrap="square" lIns="54864" tIns="36576" rIns="54864" bIns="27432">
            <a:spAutoFit/>
          </a:bodyPr>
          <a:lstStyle/>
          <a:p>
            <a:r>
              <a:rPr lang="en-IN" sz="1200" dirty="0">
                <a:latin typeface="Sora" panose="020B0604020202020204" charset="0"/>
                <a:cs typeface="Sora" panose="020B0604020202020204" charset="0"/>
              </a:rPr>
              <a:t>Traditional palmistry and tarot reading services often lack a single, integrated digital platform that combines personalized readings, spiritual guidance, expert consultations, and reading history.</a:t>
            </a:r>
          </a:p>
          <a:p>
            <a:r>
              <a:rPr lang="en-IN" sz="1200" dirty="0">
                <a:latin typeface="Sora" panose="020B0604020202020204" charset="0"/>
                <a:cs typeface="Sora" panose="020B0604020202020204" charset="0"/>
              </a:rPr>
              <a:t>Users may face difficulties accessing palm and tarot interpretations, tracking previous readings, receiving relevant recommendations, and scheduling sessions with Tarot Readers and Spiritual Consultants. In addition, managing different user roles, protecting user information, and coordinating expert availability can be challenging without a centralized system.</a:t>
            </a:r>
          </a:p>
          <a:p>
            <a:endParaRPr lang="en-IN" sz="1200" dirty="0">
              <a:latin typeface="Sora" panose="020B0604020202020204" charset="0"/>
              <a:cs typeface="Sora" panose="020B0604020202020204" charset="0"/>
            </a:endParaRPr>
          </a:p>
          <a:p>
            <a:r>
              <a:rPr lang="en-IN" sz="1200" dirty="0">
                <a:latin typeface="Sora" panose="020B0604020202020204" charset="0"/>
                <a:cs typeface="Sora" panose="020B0604020202020204" charset="0"/>
              </a:rPr>
              <a:t>Therefore, there is a need to develop a </a:t>
            </a:r>
            <a:r>
              <a:rPr lang="en-IN" sz="1200" b="1" dirty="0">
                <a:latin typeface="Sora" panose="020B0604020202020204" charset="0"/>
                <a:cs typeface="Sora" panose="020B0604020202020204" charset="0"/>
              </a:rPr>
              <a:t>Palmistry &amp; Tarot Intelligence Platform</a:t>
            </a:r>
            <a:r>
              <a:rPr lang="en-IN" sz="1200" dirty="0">
                <a:latin typeface="Sora" panose="020B0604020202020204" charset="0"/>
                <a:cs typeface="Sora" panose="020B0604020202020204" charset="0"/>
              </a:rPr>
              <a:t> that integrates palm reading, tarot reading, personalized insights, guidance, recommendations, secure authentication, role-based dashboards, notifications, and expert session scheduling in one web application.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0"/>
          <p:cNvSpPr txBox="1">
            <a:spLocks noGrp="1"/>
          </p:cNvSpPr>
          <p:nvPr>
            <p:ph type="title"/>
          </p:nvPr>
        </p:nvSpPr>
        <p:spPr>
          <a:xfrm>
            <a:off x="872550" y="541335"/>
            <a:ext cx="784770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Four Roles &amp; Th</a:t>
            </a:r>
            <a:r>
              <a:rPr lang="en-IN" dirty="0" err="1"/>
              <a:t>ei</a:t>
            </a:r>
            <a:r>
              <a:rPr lang="en" dirty="0"/>
              <a:t>r Responsibilities</a:t>
            </a:r>
            <a:endParaRPr dirty="0"/>
          </a:p>
        </p:txBody>
      </p:sp>
      <p:sp>
        <p:nvSpPr>
          <p:cNvPr id="428" name="Google Shape;428;p30"/>
          <p:cNvSpPr txBox="1"/>
          <p:nvPr/>
        </p:nvSpPr>
        <p:spPr>
          <a:xfrm>
            <a:off x="290460" y="1183111"/>
            <a:ext cx="7704000" cy="369900"/>
          </a:xfrm>
          <a:prstGeom prst="rect">
            <a:avLst/>
          </a:prstGeom>
          <a:noFill/>
          <a:ln>
            <a:noFill/>
          </a:ln>
        </p:spPr>
        <p:txBody>
          <a:bodyPr spcFirstLastPara="1" wrap="square" lIns="91425" tIns="91425" rIns="91425" bIns="91425" anchor="t" anchorCtr="0">
            <a:noAutofit/>
          </a:bodyPr>
          <a:lstStyle/>
          <a:p>
            <a:pPr marL="0" indent="0">
              <a:buNone/>
            </a:pPr>
            <a:r>
              <a:rPr lang="en-IN" sz="1600" dirty="0"/>
              <a:t>The Platform Has Four User Roles</a:t>
            </a:r>
            <a:endParaRPr lang="en-US" sz="1600" dirty="0">
              <a:solidFill>
                <a:schemeClr val="tx1"/>
              </a:solidFill>
            </a:endParaRPr>
          </a:p>
        </p:txBody>
      </p:sp>
      <p:sp>
        <p:nvSpPr>
          <p:cNvPr id="11" name="Text 5">
            <a:extLst>
              <a:ext uri="{FF2B5EF4-FFF2-40B4-BE49-F238E27FC236}">
                <a16:creationId xmlns:a16="http://schemas.microsoft.com/office/drawing/2014/main" id="{18049262-18C6-EED6-54B5-DC421D5189CA}"/>
              </a:ext>
            </a:extLst>
          </p:cNvPr>
          <p:cNvSpPr txBox="1"/>
          <p:nvPr/>
        </p:nvSpPr>
        <p:spPr>
          <a:xfrm>
            <a:off x="187972" y="1801653"/>
            <a:ext cx="1805296" cy="2354193"/>
          </a:xfrm>
          <a:prstGeom prst="rect">
            <a:avLst/>
          </a:prstGeom>
          <a:solidFill>
            <a:schemeClr val="bg2">
              <a:lumMod val="50000"/>
            </a:schemeClr>
          </a:solidFill>
          <a:ln/>
        </p:spPr>
        <p:txBody>
          <a:bodyPr wrap="square" lIns="0" tIns="0" rIns="0" bIns="0" rtlCol="0" anchor="ctr"/>
          <a:lstStyle/>
          <a:p>
            <a:pPr marL="0" indent="0" algn="ctr">
              <a:buNone/>
            </a:pPr>
            <a:r>
              <a:rPr lang="en-US" b="1" dirty="0">
                <a:solidFill>
                  <a:schemeClr val="tx1"/>
                </a:solidFill>
                <a:latin typeface="Sora" panose="020B0604020202020204" charset="0"/>
                <a:ea typeface="Calibri" pitchFamily="34" charset="-122"/>
                <a:cs typeface="Sora" panose="020B0604020202020204" charset="0"/>
              </a:rPr>
              <a:t>USER ROLE</a:t>
            </a:r>
          </a:p>
          <a:p>
            <a:pPr marL="171450" indent="-171450" algn="ctr">
              <a:buFont typeface="Arial" panose="020B0604020202020204" pitchFamily="34" charset="0"/>
              <a:buChar char="•"/>
            </a:pPr>
            <a:endParaRPr lang="en-US" sz="1100" dirty="0">
              <a:solidFill>
                <a:schemeClr val="bg1"/>
              </a:solidFill>
              <a:latin typeface="Sora" panose="020B0604020202020204" charset="0"/>
              <a:ea typeface="Calibri" pitchFamily="34" charset="-122"/>
              <a:cs typeface="Sora" panose="020B0604020202020204" charset="0"/>
            </a:endParaRPr>
          </a:p>
          <a:p>
            <a:pPr algn="ctr"/>
            <a:r>
              <a:rPr lang="en-IN" sz="1100" dirty="0">
                <a:solidFill>
                  <a:schemeClr val="bg1"/>
                </a:solidFill>
                <a:latin typeface="Sora" panose="020B0604020202020204" charset="0"/>
                <a:cs typeface="Sora" panose="020B0604020202020204" charset="0"/>
              </a:rPr>
              <a:t>Palm &amp; Tarot Readings</a:t>
            </a:r>
          </a:p>
          <a:p>
            <a:pPr algn="ctr"/>
            <a:r>
              <a:rPr lang="en-IN" sz="1100" dirty="0">
                <a:solidFill>
                  <a:schemeClr val="bg1"/>
                </a:solidFill>
                <a:latin typeface="Sora" panose="020B0604020202020204" charset="0"/>
                <a:cs typeface="Sora" panose="020B0604020202020204" charset="0"/>
              </a:rPr>
              <a:t>Insights &amp; Guidance</a:t>
            </a:r>
          </a:p>
          <a:p>
            <a:pPr algn="ctr"/>
            <a:r>
              <a:rPr lang="en-IN" sz="1100" dirty="0">
                <a:solidFill>
                  <a:schemeClr val="bg1"/>
                </a:solidFill>
                <a:latin typeface="Sora" panose="020B0604020202020204" charset="0"/>
                <a:cs typeface="Sora" panose="020B0604020202020204" charset="0"/>
              </a:rPr>
              <a:t>Recommendations &amp; History</a:t>
            </a:r>
          </a:p>
          <a:p>
            <a:pPr algn="ctr"/>
            <a:r>
              <a:rPr lang="en-IN" sz="1100" dirty="0">
                <a:solidFill>
                  <a:schemeClr val="bg1"/>
                </a:solidFill>
                <a:latin typeface="Sora" panose="020B0604020202020204" charset="0"/>
                <a:cs typeface="Sora" panose="020B0604020202020204" charset="0"/>
              </a:rPr>
              <a:t>Consultations &amp; Complaints</a:t>
            </a:r>
          </a:p>
        </p:txBody>
      </p:sp>
      <p:sp>
        <p:nvSpPr>
          <p:cNvPr id="3" name="Text 5">
            <a:extLst>
              <a:ext uri="{FF2B5EF4-FFF2-40B4-BE49-F238E27FC236}">
                <a16:creationId xmlns:a16="http://schemas.microsoft.com/office/drawing/2014/main" id="{142A19B6-F3F3-538A-E95B-153569339C5C}"/>
              </a:ext>
            </a:extLst>
          </p:cNvPr>
          <p:cNvSpPr txBox="1"/>
          <p:nvPr/>
        </p:nvSpPr>
        <p:spPr>
          <a:xfrm>
            <a:off x="2525772" y="1801652"/>
            <a:ext cx="1779976" cy="2354193"/>
          </a:xfrm>
          <a:prstGeom prst="rect">
            <a:avLst/>
          </a:prstGeom>
          <a:solidFill>
            <a:schemeClr val="accent3">
              <a:lumMod val="50000"/>
            </a:schemeClr>
          </a:solidFill>
          <a:ln/>
        </p:spPr>
        <p:txBody>
          <a:bodyPr wrap="square" lIns="0" tIns="0" rIns="0" bIns="0" rtlCol="0" anchor="ctr"/>
          <a:lstStyle/>
          <a:p>
            <a:pPr marL="0" indent="0" algn="ctr">
              <a:buNone/>
            </a:pPr>
            <a:r>
              <a:rPr lang="en-US" b="1" dirty="0">
                <a:solidFill>
                  <a:schemeClr val="tx1"/>
                </a:solidFill>
                <a:latin typeface="Sora" panose="020B0604020202020204" charset="0"/>
                <a:ea typeface="Calibri" pitchFamily="34" charset="-122"/>
                <a:cs typeface="Sora" panose="020B0604020202020204" charset="0"/>
              </a:rPr>
              <a:t>TAROT READER</a:t>
            </a:r>
          </a:p>
          <a:p>
            <a:pPr marL="0" indent="0" algn="ctr">
              <a:buNone/>
            </a:pPr>
            <a:endParaRPr lang="en-US" sz="1100" b="1" dirty="0">
              <a:solidFill>
                <a:schemeClr val="bg1"/>
              </a:solidFill>
              <a:latin typeface="Sora" panose="020B0604020202020204" charset="0"/>
              <a:ea typeface="Calibri" pitchFamily="34" charset="-122"/>
              <a:cs typeface="Sora" panose="020B0604020202020204" charset="0"/>
            </a:endParaRPr>
          </a:p>
          <a:p>
            <a:pPr algn="ctr"/>
            <a:r>
              <a:rPr lang="en-IN" sz="1100" dirty="0">
                <a:solidFill>
                  <a:schemeClr val="bg1"/>
                </a:solidFill>
                <a:latin typeface="Sora" panose="020B0604020202020204" charset="0"/>
                <a:cs typeface="Sora" panose="020B0604020202020204" charset="0"/>
              </a:rPr>
              <a:t>Tarot Workspace</a:t>
            </a:r>
          </a:p>
          <a:p>
            <a:pPr algn="ctr"/>
            <a:r>
              <a:rPr lang="en-IN" sz="1100" dirty="0">
                <a:solidFill>
                  <a:schemeClr val="bg1"/>
                </a:solidFill>
                <a:latin typeface="Sora" panose="020B0604020202020204" charset="0"/>
                <a:cs typeface="Sora" panose="020B0604020202020204" charset="0"/>
              </a:rPr>
              <a:t>Reading Analytics</a:t>
            </a:r>
          </a:p>
          <a:p>
            <a:pPr algn="ctr"/>
            <a:r>
              <a:rPr lang="en-IN" sz="1100" dirty="0">
                <a:solidFill>
                  <a:schemeClr val="bg1"/>
                </a:solidFill>
                <a:latin typeface="Sora" panose="020B0604020202020204" charset="0"/>
                <a:cs typeface="Sora" panose="020B0604020202020204" charset="0"/>
              </a:rPr>
              <a:t>Session Tracking</a:t>
            </a:r>
          </a:p>
          <a:p>
            <a:pPr algn="ctr"/>
            <a:r>
              <a:rPr lang="en-IN" sz="1100" dirty="0">
                <a:solidFill>
                  <a:schemeClr val="bg1"/>
                </a:solidFill>
                <a:latin typeface="Sora" panose="020B0604020202020204" charset="0"/>
                <a:cs typeface="Sora" panose="020B0604020202020204" charset="0"/>
              </a:rPr>
              <a:t>Reports &amp; Requests</a:t>
            </a:r>
          </a:p>
        </p:txBody>
      </p:sp>
      <p:sp>
        <p:nvSpPr>
          <p:cNvPr id="7" name="Text 5">
            <a:extLst>
              <a:ext uri="{FF2B5EF4-FFF2-40B4-BE49-F238E27FC236}">
                <a16:creationId xmlns:a16="http://schemas.microsoft.com/office/drawing/2014/main" id="{7D38BC78-B09B-FB2B-0557-37DB73E9BC86}"/>
              </a:ext>
            </a:extLst>
          </p:cNvPr>
          <p:cNvSpPr txBox="1"/>
          <p:nvPr/>
        </p:nvSpPr>
        <p:spPr>
          <a:xfrm>
            <a:off x="7176052" y="1801648"/>
            <a:ext cx="1779976" cy="2354193"/>
          </a:xfrm>
          <a:prstGeom prst="rect">
            <a:avLst/>
          </a:prstGeom>
          <a:solidFill>
            <a:schemeClr val="accent3">
              <a:lumMod val="50000"/>
            </a:schemeClr>
          </a:solidFill>
          <a:ln/>
        </p:spPr>
        <p:txBody>
          <a:bodyPr wrap="square" lIns="0" tIns="0" rIns="0" bIns="0" rtlCol="0" anchor="ctr"/>
          <a:lstStyle/>
          <a:p>
            <a:pPr marL="0" indent="0" algn="ctr">
              <a:buNone/>
            </a:pPr>
            <a:r>
              <a:rPr lang="en-US" b="1" dirty="0">
                <a:solidFill>
                  <a:schemeClr val="tx1"/>
                </a:solidFill>
                <a:latin typeface="Sora" panose="020B0604020202020204" charset="0"/>
                <a:ea typeface="Calibri" pitchFamily="34" charset="-122"/>
                <a:cs typeface="Sora" panose="020B0604020202020204" charset="0"/>
              </a:rPr>
              <a:t>ADMIN</a:t>
            </a:r>
          </a:p>
          <a:p>
            <a:pPr marL="0" indent="0" algn="ctr">
              <a:buNone/>
            </a:pPr>
            <a:endParaRPr lang="en-US" sz="1100" b="1" dirty="0">
              <a:solidFill>
                <a:schemeClr val="bg1"/>
              </a:solidFill>
              <a:latin typeface="Sora" panose="020B0604020202020204" charset="0"/>
              <a:ea typeface="Calibri" pitchFamily="34" charset="-122"/>
              <a:cs typeface="Sora" panose="020B0604020202020204" charset="0"/>
            </a:endParaRPr>
          </a:p>
          <a:p>
            <a:pPr algn="ctr"/>
            <a:r>
              <a:rPr lang="en-IN" sz="1100" dirty="0">
                <a:solidFill>
                  <a:schemeClr val="bg1"/>
                </a:solidFill>
                <a:latin typeface="Sora" panose="020B0604020202020204" charset="0"/>
                <a:cs typeface="Sora" panose="020B0604020202020204" charset="0"/>
              </a:rPr>
              <a:t>User Management</a:t>
            </a:r>
          </a:p>
          <a:p>
            <a:pPr algn="ctr"/>
            <a:r>
              <a:rPr lang="en-IN" sz="1100" dirty="0">
                <a:solidFill>
                  <a:schemeClr val="bg1"/>
                </a:solidFill>
                <a:latin typeface="Sora" panose="020B0604020202020204" charset="0"/>
                <a:cs typeface="Sora" panose="020B0604020202020204" charset="0"/>
              </a:rPr>
              <a:t>Platform Analytics</a:t>
            </a:r>
          </a:p>
          <a:p>
            <a:pPr algn="ctr"/>
            <a:r>
              <a:rPr lang="en-IN" sz="1100" dirty="0">
                <a:solidFill>
                  <a:schemeClr val="bg1"/>
                </a:solidFill>
                <a:latin typeface="Sora" panose="020B0604020202020204" charset="0"/>
                <a:cs typeface="Sora" panose="020B0604020202020204" charset="0"/>
              </a:rPr>
              <a:t>Reading Statistics</a:t>
            </a:r>
          </a:p>
          <a:p>
            <a:pPr algn="ctr"/>
            <a:r>
              <a:rPr lang="en-IN" sz="1100" dirty="0">
                <a:solidFill>
                  <a:schemeClr val="bg1"/>
                </a:solidFill>
                <a:latin typeface="Sora" panose="020B0604020202020204" charset="0"/>
                <a:cs typeface="Sora" panose="020B0604020202020204" charset="0"/>
              </a:rPr>
              <a:t>System Reports</a:t>
            </a:r>
          </a:p>
        </p:txBody>
      </p:sp>
      <p:sp>
        <p:nvSpPr>
          <p:cNvPr id="9" name="Text 5">
            <a:extLst>
              <a:ext uri="{FF2B5EF4-FFF2-40B4-BE49-F238E27FC236}">
                <a16:creationId xmlns:a16="http://schemas.microsoft.com/office/drawing/2014/main" id="{6735D0E3-A7F4-0877-7927-00ADB5619781}"/>
              </a:ext>
            </a:extLst>
          </p:cNvPr>
          <p:cNvSpPr txBox="1"/>
          <p:nvPr/>
        </p:nvSpPr>
        <p:spPr>
          <a:xfrm>
            <a:off x="4863572" y="1801650"/>
            <a:ext cx="1779976" cy="2354193"/>
          </a:xfrm>
          <a:prstGeom prst="rect">
            <a:avLst/>
          </a:prstGeom>
          <a:solidFill>
            <a:schemeClr val="bg2">
              <a:lumMod val="50000"/>
            </a:schemeClr>
          </a:solidFill>
          <a:ln/>
        </p:spPr>
        <p:txBody>
          <a:bodyPr wrap="square" lIns="0" tIns="0" rIns="0" bIns="0" rtlCol="0" anchor="ctr"/>
          <a:lstStyle/>
          <a:p>
            <a:pPr marL="0" indent="0" algn="ctr">
              <a:buNone/>
            </a:pPr>
            <a:r>
              <a:rPr lang="en-US" b="1" dirty="0">
                <a:solidFill>
                  <a:schemeClr val="tx1"/>
                </a:solidFill>
                <a:latin typeface="Sora" panose="020B0604020202020204" charset="0"/>
                <a:ea typeface="Calibri" pitchFamily="34" charset="-122"/>
                <a:cs typeface="Sora" panose="020B0604020202020204" charset="0"/>
              </a:rPr>
              <a:t>SPIRITUAL CONSULTANT</a:t>
            </a:r>
          </a:p>
          <a:p>
            <a:pPr marL="0" indent="0" algn="ctr">
              <a:buNone/>
            </a:pPr>
            <a:endParaRPr lang="en-US" sz="1100" b="1" dirty="0">
              <a:solidFill>
                <a:schemeClr val="bg1"/>
              </a:solidFill>
              <a:latin typeface="Sora" panose="020B0604020202020204" charset="0"/>
              <a:ea typeface="Calibri" pitchFamily="34" charset="-122"/>
              <a:cs typeface="Sora" panose="020B0604020202020204" charset="0"/>
            </a:endParaRPr>
          </a:p>
          <a:p>
            <a:pPr algn="ctr"/>
            <a:r>
              <a:rPr lang="en-IN" sz="1100" dirty="0">
                <a:solidFill>
                  <a:schemeClr val="bg1"/>
                </a:solidFill>
                <a:latin typeface="Sora" panose="020B0604020202020204" charset="0"/>
                <a:cs typeface="Sora" panose="020B0604020202020204" charset="0"/>
              </a:rPr>
              <a:t>Consultation Requests</a:t>
            </a:r>
          </a:p>
          <a:p>
            <a:pPr algn="ctr"/>
            <a:r>
              <a:rPr lang="en-IN" sz="1100" dirty="0">
                <a:solidFill>
                  <a:schemeClr val="bg1"/>
                </a:solidFill>
                <a:latin typeface="Sora" panose="020B0604020202020204" charset="0"/>
                <a:cs typeface="Sora" panose="020B0604020202020204" charset="0"/>
              </a:rPr>
              <a:t>Client Trend Analysis</a:t>
            </a:r>
          </a:p>
          <a:p>
            <a:pPr algn="ctr"/>
            <a:r>
              <a:rPr lang="en-IN" sz="1100" dirty="0">
                <a:solidFill>
                  <a:schemeClr val="bg1"/>
                </a:solidFill>
                <a:latin typeface="Sora" panose="020B0604020202020204" charset="0"/>
                <a:cs typeface="Sora" panose="020B0604020202020204" charset="0"/>
              </a:rPr>
              <a:t>Guidance Effectiveness</a:t>
            </a:r>
          </a:p>
          <a:p>
            <a:pPr algn="ctr"/>
            <a:r>
              <a:rPr lang="en-IN" sz="1100" dirty="0">
                <a:solidFill>
                  <a:schemeClr val="bg1"/>
                </a:solidFill>
                <a:latin typeface="Sora" panose="020B0604020202020204" charset="0"/>
                <a:cs typeface="Sora" panose="020B0604020202020204" charset="0"/>
              </a:rPr>
              <a:t>Consultation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5399D6C4-F767-E628-B32A-72AD920862D0}"/>
            </a:ext>
          </a:extLst>
        </p:cNvPr>
        <p:cNvGrpSpPr/>
        <p:nvPr/>
      </p:nvGrpSpPr>
      <p:grpSpPr>
        <a:xfrm>
          <a:off x="0" y="0"/>
          <a:ext cx="0" cy="0"/>
          <a:chOff x="0" y="0"/>
          <a:chExt cx="0" cy="0"/>
        </a:xfrm>
      </p:grpSpPr>
      <p:sp>
        <p:nvSpPr>
          <p:cNvPr id="470" name="Google Shape;470;p34">
            <a:extLst>
              <a:ext uri="{FF2B5EF4-FFF2-40B4-BE49-F238E27FC236}">
                <a16:creationId xmlns:a16="http://schemas.microsoft.com/office/drawing/2014/main" id="{73D6D888-3BBC-E20D-7D9B-07B1CF342B48}"/>
              </a:ext>
            </a:extLst>
          </p:cNvPr>
          <p:cNvSpPr txBox="1">
            <a:spLocks noGrp="1"/>
          </p:cNvSpPr>
          <p:nvPr>
            <p:ph type="title"/>
          </p:nvPr>
        </p:nvSpPr>
        <p:spPr>
          <a:xfrm>
            <a:off x="980195" y="78572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High Level System Architecture</a:t>
            </a:r>
            <a:endParaRPr dirty="0"/>
          </a:p>
        </p:txBody>
      </p:sp>
      <p:sp>
        <p:nvSpPr>
          <p:cNvPr id="40" name="Rounded Rectangle 6">
            <a:extLst>
              <a:ext uri="{FF2B5EF4-FFF2-40B4-BE49-F238E27FC236}">
                <a16:creationId xmlns:a16="http://schemas.microsoft.com/office/drawing/2014/main" id="{F945E0C5-5B40-580D-6F4B-A5CD91F48028}"/>
              </a:ext>
            </a:extLst>
          </p:cNvPr>
          <p:cNvSpPr/>
          <p:nvPr/>
        </p:nvSpPr>
        <p:spPr>
          <a:xfrm>
            <a:off x="230459" y="2116393"/>
            <a:ext cx="2268878" cy="1043119"/>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7A6A0C88-AC5D-4BD5-30F9-35DB1011640D}"/>
              </a:ext>
            </a:extLst>
          </p:cNvPr>
          <p:cNvSpPr txBox="1"/>
          <p:nvPr/>
        </p:nvSpPr>
        <p:spPr>
          <a:xfrm>
            <a:off x="405968" y="2285404"/>
            <a:ext cx="1826570" cy="310854"/>
          </a:xfrm>
          <a:prstGeom prst="rect">
            <a:avLst/>
          </a:prstGeom>
          <a:noFill/>
        </p:spPr>
        <p:txBody>
          <a:bodyPr wrap="square" lIns="54864" tIns="36576" rIns="54864" bIns="27432">
            <a:spAutoFit/>
          </a:bodyPr>
          <a:lstStyle/>
          <a:p>
            <a:pPr algn="ctr">
              <a:spcAft>
                <a:spcPts val="500"/>
              </a:spcAft>
            </a:pPr>
            <a:r>
              <a:rPr sz="1600" b="1" i="0" dirty="0">
                <a:solidFill>
                  <a:srgbClr val="39271D"/>
                </a:solidFill>
                <a:latin typeface="Aptos"/>
              </a:rPr>
              <a:t>FRONTEND</a:t>
            </a:r>
          </a:p>
        </p:txBody>
      </p:sp>
      <p:sp>
        <p:nvSpPr>
          <p:cNvPr id="44" name="TextBox 43">
            <a:extLst>
              <a:ext uri="{FF2B5EF4-FFF2-40B4-BE49-F238E27FC236}">
                <a16:creationId xmlns:a16="http://schemas.microsoft.com/office/drawing/2014/main" id="{8471B3FC-744C-4C69-7F24-F7DCA02FE0C3}"/>
              </a:ext>
            </a:extLst>
          </p:cNvPr>
          <p:cNvSpPr txBox="1"/>
          <p:nvPr/>
        </p:nvSpPr>
        <p:spPr>
          <a:xfrm>
            <a:off x="321899" y="2668858"/>
            <a:ext cx="2131370" cy="249299"/>
          </a:xfrm>
          <a:prstGeom prst="rect">
            <a:avLst/>
          </a:prstGeom>
          <a:noFill/>
        </p:spPr>
        <p:txBody>
          <a:bodyPr wrap="square" lIns="54864" tIns="36576" rIns="54864" bIns="27432">
            <a:spAutoFit/>
          </a:bodyPr>
          <a:lstStyle/>
          <a:p>
            <a:pPr algn="ctr">
              <a:spcAft>
                <a:spcPts val="500"/>
              </a:spcAft>
            </a:pPr>
            <a:r>
              <a:rPr sz="1200" b="0" i="0" dirty="0">
                <a:solidFill>
                  <a:srgbClr val="736457"/>
                </a:solidFill>
                <a:latin typeface="Aptos"/>
              </a:rPr>
              <a:t>React • JavaScript • Router</a:t>
            </a:r>
          </a:p>
        </p:txBody>
      </p:sp>
      <p:sp>
        <p:nvSpPr>
          <p:cNvPr id="46" name="Rounded Rectangle 9">
            <a:extLst>
              <a:ext uri="{FF2B5EF4-FFF2-40B4-BE49-F238E27FC236}">
                <a16:creationId xmlns:a16="http://schemas.microsoft.com/office/drawing/2014/main" id="{0F8C55B3-35EF-AF1F-C3D9-5D872D568E40}"/>
              </a:ext>
            </a:extLst>
          </p:cNvPr>
          <p:cNvSpPr/>
          <p:nvPr/>
        </p:nvSpPr>
        <p:spPr>
          <a:xfrm>
            <a:off x="3480463" y="2147297"/>
            <a:ext cx="2268878" cy="1043119"/>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8" name="TextBox 47">
            <a:extLst>
              <a:ext uri="{FF2B5EF4-FFF2-40B4-BE49-F238E27FC236}">
                <a16:creationId xmlns:a16="http://schemas.microsoft.com/office/drawing/2014/main" id="{668E52D1-26F5-4AEC-AE1C-1F5745533219}"/>
              </a:ext>
            </a:extLst>
          </p:cNvPr>
          <p:cNvSpPr txBox="1"/>
          <p:nvPr/>
        </p:nvSpPr>
        <p:spPr>
          <a:xfrm>
            <a:off x="3543486" y="2337700"/>
            <a:ext cx="2131370" cy="312333"/>
          </a:xfrm>
          <a:prstGeom prst="rect">
            <a:avLst/>
          </a:prstGeom>
          <a:noFill/>
        </p:spPr>
        <p:txBody>
          <a:bodyPr wrap="square" lIns="54864" tIns="36576" rIns="54864" bIns="27432">
            <a:spAutoFit/>
          </a:bodyPr>
          <a:lstStyle/>
          <a:p>
            <a:pPr algn="ctr">
              <a:spcAft>
                <a:spcPts val="500"/>
              </a:spcAft>
            </a:pPr>
            <a:r>
              <a:rPr sz="1600" b="1" i="0" dirty="0">
                <a:solidFill>
                  <a:srgbClr val="39271D"/>
                </a:solidFill>
                <a:latin typeface="Aptos"/>
              </a:rPr>
              <a:t>BACKEND API</a:t>
            </a:r>
          </a:p>
        </p:txBody>
      </p:sp>
      <p:sp>
        <p:nvSpPr>
          <p:cNvPr id="50" name="TextBox 49">
            <a:extLst>
              <a:ext uri="{FF2B5EF4-FFF2-40B4-BE49-F238E27FC236}">
                <a16:creationId xmlns:a16="http://schemas.microsoft.com/office/drawing/2014/main" id="{E896790D-C548-D088-52AF-3EA01045A6D7}"/>
              </a:ext>
            </a:extLst>
          </p:cNvPr>
          <p:cNvSpPr txBox="1"/>
          <p:nvPr/>
        </p:nvSpPr>
        <p:spPr>
          <a:xfrm>
            <a:off x="3554484" y="2660829"/>
            <a:ext cx="2131370" cy="249299"/>
          </a:xfrm>
          <a:prstGeom prst="rect">
            <a:avLst/>
          </a:prstGeom>
          <a:noFill/>
        </p:spPr>
        <p:txBody>
          <a:bodyPr wrap="square" lIns="54864" tIns="36576" rIns="54864" bIns="27432">
            <a:spAutoFit/>
          </a:bodyPr>
          <a:lstStyle/>
          <a:p>
            <a:pPr algn="ctr">
              <a:spcAft>
                <a:spcPts val="500"/>
              </a:spcAft>
            </a:pPr>
            <a:r>
              <a:rPr sz="1200" b="0" i="0" dirty="0" err="1">
                <a:solidFill>
                  <a:srgbClr val="736457"/>
                </a:solidFill>
                <a:latin typeface="Aptos"/>
              </a:rPr>
              <a:t>FastAPI</a:t>
            </a:r>
            <a:r>
              <a:rPr sz="1200" b="0" i="0" dirty="0">
                <a:solidFill>
                  <a:srgbClr val="736457"/>
                </a:solidFill>
                <a:latin typeface="Aptos"/>
              </a:rPr>
              <a:t> • Python • REST</a:t>
            </a:r>
          </a:p>
        </p:txBody>
      </p:sp>
      <p:sp>
        <p:nvSpPr>
          <p:cNvPr id="51" name="Rounded Rectangle 12">
            <a:extLst>
              <a:ext uri="{FF2B5EF4-FFF2-40B4-BE49-F238E27FC236}">
                <a16:creationId xmlns:a16="http://schemas.microsoft.com/office/drawing/2014/main" id="{C22ADF24-3577-535C-7865-F397AE8376CD}"/>
              </a:ext>
            </a:extLst>
          </p:cNvPr>
          <p:cNvSpPr/>
          <p:nvPr/>
        </p:nvSpPr>
        <p:spPr>
          <a:xfrm>
            <a:off x="6691114" y="2147297"/>
            <a:ext cx="2268878" cy="1043119"/>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D3F3783E-A57C-2A99-220F-DED1EF12A0A3}"/>
              </a:ext>
            </a:extLst>
          </p:cNvPr>
          <p:cNvSpPr txBox="1"/>
          <p:nvPr/>
        </p:nvSpPr>
        <p:spPr>
          <a:xfrm>
            <a:off x="6701524" y="2369649"/>
            <a:ext cx="2131370" cy="312333"/>
          </a:xfrm>
          <a:prstGeom prst="rect">
            <a:avLst/>
          </a:prstGeom>
          <a:noFill/>
        </p:spPr>
        <p:txBody>
          <a:bodyPr wrap="square" lIns="54864" tIns="36576" rIns="54864" bIns="27432">
            <a:spAutoFit/>
          </a:bodyPr>
          <a:lstStyle/>
          <a:p>
            <a:pPr algn="ctr">
              <a:spcAft>
                <a:spcPts val="500"/>
              </a:spcAft>
            </a:pPr>
            <a:r>
              <a:rPr sz="1600" b="1" i="0" dirty="0">
                <a:solidFill>
                  <a:srgbClr val="39271D"/>
                </a:solidFill>
                <a:latin typeface="Aptos"/>
              </a:rPr>
              <a:t>DATABASE</a:t>
            </a:r>
          </a:p>
        </p:txBody>
      </p:sp>
      <p:sp>
        <p:nvSpPr>
          <p:cNvPr id="54" name="TextBox 53">
            <a:extLst>
              <a:ext uri="{FF2B5EF4-FFF2-40B4-BE49-F238E27FC236}">
                <a16:creationId xmlns:a16="http://schemas.microsoft.com/office/drawing/2014/main" id="{698C6544-D735-F378-7085-3ACB53550005}"/>
              </a:ext>
            </a:extLst>
          </p:cNvPr>
          <p:cNvSpPr txBox="1"/>
          <p:nvPr/>
        </p:nvSpPr>
        <p:spPr>
          <a:xfrm>
            <a:off x="6765073" y="2679667"/>
            <a:ext cx="2131370" cy="249299"/>
          </a:xfrm>
          <a:prstGeom prst="rect">
            <a:avLst/>
          </a:prstGeom>
          <a:noFill/>
        </p:spPr>
        <p:txBody>
          <a:bodyPr wrap="square" lIns="54864" tIns="36576" rIns="54864" bIns="27432">
            <a:spAutoFit/>
          </a:bodyPr>
          <a:lstStyle/>
          <a:p>
            <a:pPr algn="ctr">
              <a:spcAft>
                <a:spcPts val="500"/>
              </a:spcAft>
            </a:pPr>
            <a:r>
              <a:rPr sz="1200" b="0" i="0" dirty="0">
                <a:solidFill>
                  <a:srgbClr val="736457"/>
                </a:solidFill>
                <a:latin typeface="Aptos"/>
              </a:rPr>
              <a:t>PostgreSQL </a:t>
            </a:r>
          </a:p>
        </p:txBody>
      </p:sp>
      <p:cxnSp>
        <p:nvCxnSpPr>
          <p:cNvPr id="56" name="Connector 15">
            <a:extLst>
              <a:ext uri="{FF2B5EF4-FFF2-40B4-BE49-F238E27FC236}">
                <a16:creationId xmlns:a16="http://schemas.microsoft.com/office/drawing/2014/main" id="{7B54D944-4F5A-61AA-BCCD-750B5A7A3095}"/>
              </a:ext>
            </a:extLst>
          </p:cNvPr>
          <p:cNvCxnSpPr>
            <a:cxnSpLocks/>
          </p:cNvCxnSpPr>
          <p:nvPr/>
        </p:nvCxnSpPr>
        <p:spPr>
          <a:xfrm>
            <a:off x="2680507" y="2786369"/>
            <a:ext cx="618786" cy="0"/>
          </a:xfrm>
          <a:prstGeom prst="line">
            <a:avLst/>
          </a:prstGeom>
          <a:ln w="19050">
            <a:solidFill>
              <a:srgbClr val="C29B55"/>
            </a:solidFill>
          </a:ln>
        </p:spPr>
        <p:style>
          <a:lnRef idx="2">
            <a:schemeClr val="accent1"/>
          </a:lnRef>
          <a:fillRef idx="0">
            <a:schemeClr val="accent1"/>
          </a:fillRef>
          <a:effectRef idx="1">
            <a:schemeClr val="accent1"/>
          </a:effectRef>
          <a:fontRef idx="minor">
            <a:schemeClr val="tx1"/>
          </a:fontRef>
        </p:style>
      </p:cxnSp>
      <p:cxnSp>
        <p:nvCxnSpPr>
          <p:cNvPr id="58" name="Connector 16">
            <a:extLst>
              <a:ext uri="{FF2B5EF4-FFF2-40B4-BE49-F238E27FC236}">
                <a16:creationId xmlns:a16="http://schemas.microsoft.com/office/drawing/2014/main" id="{255EE874-F27F-9E97-43E7-DC4CDE4B6F0A}"/>
              </a:ext>
            </a:extLst>
          </p:cNvPr>
          <p:cNvCxnSpPr>
            <a:cxnSpLocks/>
          </p:cNvCxnSpPr>
          <p:nvPr/>
        </p:nvCxnSpPr>
        <p:spPr>
          <a:xfrm>
            <a:off x="5968113" y="2799208"/>
            <a:ext cx="618784" cy="0"/>
          </a:xfrm>
          <a:prstGeom prst="line">
            <a:avLst/>
          </a:prstGeom>
          <a:ln w="19050">
            <a:solidFill>
              <a:srgbClr val="C29B55"/>
            </a:solidFill>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FF6C8F2C-9789-F5A1-388E-2383F8217F9D}"/>
              </a:ext>
            </a:extLst>
          </p:cNvPr>
          <p:cNvSpPr txBox="1"/>
          <p:nvPr/>
        </p:nvSpPr>
        <p:spPr>
          <a:xfrm>
            <a:off x="2673627" y="2427176"/>
            <a:ext cx="584408" cy="343258"/>
          </a:xfrm>
          <a:prstGeom prst="rect">
            <a:avLst/>
          </a:prstGeom>
          <a:noFill/>
        </p:spPr>
        <p:txBody>
          <a:bodyPr wrap="square" lIns="54864" tIns="36576" rIns="54864" bIns="27432">
            <a:spAutoFit/>
          </a:bodyPr>
          <a:lstStyle/>
          <a:p>
            <a:pPr algn="ctr">
              <a:spcAft>
                <a:spcPts val="500"/>
              </a:spcAft>
            </a:pPr>
            <a:r>
              <a:rPr sz="900" b="0" i="0" dirty="0">
                <a:solidFill>
                  <a:srgbClr val="736457"/>
                </a:solidFill>
                <a:latin typeface="Aptos"/>
              </a:rPr>
              <a:t>HTTP / JSON</a:t>
            </a:r>
          </a:p>
        </p:txBody>
      </p:sp>
      <p:sp>
        <p:nvSpPr>
          <p:cNvPr id="61" name="TextBox 60">
            <a:extLst>
              <a:ext uri="{FF2B5EF4-FFF2-40B4-BE49-F238E27FC236}">
                <a16:creationId xmlns:a16="http://schemas.microsoft.com/office/drawing/2014/main" id="{14AC47FF-89BB-398C-2EE3-CA457DEC84F6}"/>
              </a:ext>
            </a:extLst>
          </p:cNvPr>
          <p:cNvSpPr txBox="1"/>
          <p:nvPr/>
        </p:nvSpPr>
        <p:spPr>
          <a:xfrm>
            <a:off x="5968113" y="2442220"/>
            <a:ext cx="563782" cy="343258"/>
          </a:xfrm>
          <a:prstGeom prst="rect">
            <a:avLst/>
          </a:prstGeom>
          <a:noFill/>
        </p:spPr>
        <p:txBody>
          <a:bodyPr wrap="square" lIns="54864" tIns="36576" rIns="54864" bIns="27432">
            <a:spAutoFit/>
          </a:bodyPr>
          <a:lstStyle/>
          <a:p>
            <a:pPr algn="ctr">
              <a:spcAft>
                <a:spcPts val="500"/>
              </a:spcAft>
            </a:pPr>
            <a:r>
              <a:rPr sz="900" b="0" i="0" dirty="0">
                <a:solidFill>
                  <a:srgbClr val="736457"/>
                </a:solidFill>
                <a:latin typeface="Aptos"/>
              </a:rPr>
              <a:t>DB access</a:t>
            </a:r>
          </a:p>
        </p:txBody>
      </p:sp>
    </p:spTree>
    <p:extLst>
      <p:ext uri="{BB962C8B-B14F-4D97-AF65-F5344CB8AC3E}">
        <p14:creationId xmlns:p14="http://schemas.microsoft.com/office/powerpoint/2010/main" val="1496242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CF5AE525-B5A9-6DB2-28D9-63E9AA74DC28}"/>
            </a:ext>
          </a:extLst>
        </p:cNvPr>
        <p:cNvGrpSpPr/>
        <p:nvPr/>
      </p:nvGrpSpPr>
      <p:grpSpPr>
        <a:xfrm>
          <a:off x="0" y="0"/>
          <a:ext cx="0" cy="0"/>
          <a:chOff x="0" y="0"/>
          <a:chExt cx="0" cy="0"/>
        </a:xfrm>
      </p:grpSpPr>
      <p:sp>
        <p:nvSpPr>
          <p:cNvPr id="470" name="Google Shape;470;p34">
            <a:extLst>
              <a:ext uri="{FF2B5EF4-FFF2-40B4-BE49-F238E27FC236}">
                <a16:creationId xmlns:a16="http://schemas.microsoft.com/office/drawing/2014/main" id="{CE5873EF-9FFA-7F86-FDEA-80D85976F048}"/>
              </a:ext>
            </a:extLst>
          </p:cNvPr>
          <p:cNvSpPr txBox="1">
            <a:spLocks noGrp="1"/>
          </p:cNvSpPr>
          <p:nvPr>
            <p:ph type="title"/>
          </p:nvPr>
        </p:nvSpPr>
        <p:spPr>
          <a:xfrm>
            <a:off x="150354" y="4701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User Role</a:t>
            </a:r>
            <a:endParaRPr dirty="0"/>
          </a:p>
        </p:txBody>
      </p:sp>
      <p:sp>
        <p:nvSpPr>
          <p:cNvPr id="40" name="Rounded Rectangle 6">
            <a:extLst>
              <a:ext uri="{FF2B5EF4-FFF2-40B4-BE49-F238E27FC236}">
                <a16:creationId xmlns:a16="http://schemas.microsoft.com/office/drawing/2014/main" id="{3FC12BFF-A1FC-521B-224C-6949D9F574AA}"/>
              </a:ext>
            </a:extLst>
          </p:cNvPr>
          <p:cNvSpPr/>
          <p:nvPr/>
        </p:nvSpPr>
        <p:spPr>
          <a:xfrm>
            <a:off x="150354" y="1139387"/>
            <a:ext cx="2231277" cy="2133087"/>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70D0CC14-706F-8686-C3F0-7E44688ED5D4}"/>
              </a:ext>
            </a:extLst>
          </p:cNvPr>
          <p:cNvSpPr txBox="1"/>
          <p:nvPr/>
        </p:nvSpPr>
        <p:spPr>
          <a:xfrm>
            <a:off x="247994" y="1449748"/>
            <a:ext cx="2045231" cy="310854"/>
          </a:xfrm>
          <a:prstGeom prst="rect">
            <a:avLst/>
          </a:prstGeom>
          <a:noFill/>
        </p:spPr>
        <p:txBody>
          <a:bodyPr wrap="square" lIns="54864" tIns="36576" rIns="54864" bIns="27432">
            <a:spAutoFit/>
          </a:bodyPr>
          <a:lstStyle/>
          <a:p>
            <a:pPr algn="ctr">
              <a:spcAft>
                <a:spcPts val="500"/>
              </a:spcAft>
            </a:pPr>
            <a:r>
              <a:rPr lang="en-US" sz="1600" b="1" dirty="0">
                <a:solidFill>
                  <a:srgbClr val="39271D"/>
                </a:solidFill>
                <a:latin typeface="Aptos"/>
              </a:rPr>
              <a:t>READING FEATURES</a:t>
            </a:r>
            <a:endParaRPr sz="1600" b="1" i="0" dirty="0">
              <a:solidFill>
                <a:srgbClr val="39271D"/>
              </a:solidFill>
              <a:latin typeface="Aptos"/>
            </a:endParaRPr>
          </a:p>
        </p:txBody>
      </p:sp>
      <p:sp>
        <p:nvSpPr>
          <p:cNvPr id="44" name="TextBox 43">
            <a:extLst>
              <a:ext uri="{FF2B5EF4-FFF2-40B4-BE49-F238E27FC236}">
                <a16:creationId xmlns:a16="http://schemas.microsoft.com/office/drawing/2014/main" id="{598949D1-F213-1D40-0085-7263DCEA033E}"/>
              </a:ext>
            </a:extLst>
          </p:cNvPr>
          <p:cNvSpPr txBox="1"/>
          <p:nvPr/>
        </p:nvSpPr>
        <p:spPr>
          <a:xfrm>
            <a:off x="307422" y="1864861"/>
            <a:ext cx="2111298" cy="1234184"/>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Palm reading &amp; image input</a:t>
            </a:r>
          </a:p>
          <a:p>
            <a:pPr>
              <a:spcAft>
                <a:spcPts val="400"/>
              </a:spcAft>
            </a:pPr>
            <a:r>
              <a:rPr lang="en-US" sz="1100" dirty="0">
                <a:solidFill>
                  <a:schemeClr val="tx1"/>
                </a:solidFill>
                <a:latin typeface="Sora" panose="020B0604020202020204" charset="0"/>
                <a:cs typeface="Sora" panose="020B0604020202020204" charset="0"/>
              </a:rPr>
              <a:t>• Tarot spreads and interpretations</a:t>
            </a:r>
          </a:p>
          <a:p>
            <a:pPr>
              <a:spcAft>
                <a:spcPts val="400"/>
              </a:spcAft>
            </a:pPr>
            <a:r>
              <a:rPr lang="en-US" sz="1100" dirty="0">
                <a:solidFill>
                  <a:schemeClr val="tx1"/>
                </a:solidFill>
                <a:latin typeface="Sora" panose="020B0604020202020204" charset="0"/>
                <a:cs typeface="Sora" panose="020B0604020202020204" charset="0"/>
              </a:rPr>
              <a:t>• Saved reading history</a:t>
            </a:r>
          </a:p>
          <a:p>
            <a:pPr>
              <a:spcAft>
                <a:spcPts val="400"/>
              </a:spcAft>
            </a:pPr>
            <a:r>
              <a:rPr lang="en-US" sz="1100" dirty="0">
                <a:solidFill>
                  <a:schemeClr val="tx1"/>
                </a:solidFill>
                <a:latin typeface="Sora" panose="020B0604020202020204" charset="0"/>
                <a:cs typeface="Sora" panose="020B0604020202020204" charset="0"/>
              </a:rPr>
              <a:t>• Reading reports</a:t>
            </a:r>
          </a:p>
        </p:txBody>
      </p:sp>
      <p:sp>
        <p:nvSpPr>
          <p:cNvPr id="3" name="Rounded Rectangle 6">
            <a:extLst>
              <a:ext uri="{FF2B5EF4-FFF2-40B4-BE49-F238E27FC236}">
                <a16:creationId xmlns:a16="http://schemas.microsoft.com/office/drawing/2014/main" id="{ACC60439-A72A-A80D-0CEB-D8AF5499D486}"/>
              </a:ext>
            </a:extLst>
          </p:cNvPr>
          <p:cNvSpPr/>
          <p:nvPr/>
        </p:nvSpPr>
        <p:spPr>
          <a:xfrm>
            <a:off x="1631977" y="2931404"/>
            <a:ext cx="2231277" cy="2133087"/>
          </a:xfrm>
          <a:prstGeom prst="roundRect">
            <a:avLst/>
          </a:prstGeom>
          <a:solidFill>
            <a:schemeClr val="bg2">
              <a:lumMod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850382A-3B49-1D44-4E34-D4E3F9417C78}"/>
              </a:ext>
            </a:extLst>
          </p:cNvPr>
          <p:cNvSpPr txBox="1"/>
          <p:nvPr/>
        </p:nvSpPr>
        <p:spPr>
          <a:xfrm>
            <a:off x="1725001" y="3091599"/>
            <a:ext cx="2045231" cy="557076"/>
          </a:xfrm>
          <a:prstGeom prst="rect">
            <a:avLst/>
          </a:prstGeom>
          <a:noFill/>
        </p:spPr>
        <p:txBody>
          <a:bodyPr wrap="square" lIns="54864" tIns="36576" rIns="54864" bIns="27432">
            <a:spAutoFit/>
          </a:bodyPr>
          <a:lstStyle/>
          <a:p>
            <a:pPr algn="ctr">
              <a:spcAft>
                <a:spcPts val="500"/>
              </a:spcAft>
            </a:pPr>
            <a:r>
              <a:rPr lang="en-US" sz="1600" b="1" dirty="0">
                <a:solidFill>
                  <a:srgbClr val="39271D"/>
                </a:solidFill>
                <a:latin typeface="Aptos"/>
              </a:rPr>
              <a:t>PROFILE EXPERIENCE</a:t>
            </a:r>
            <a:endParaRPr sz="1600" b="1" i="0" dirty="0">
              <a:solidFill>
                <a:srgbClr val="39271D"/>
              </a:solidFill>
              <a:latin typeface="Aptos"/>
            </a:endParaRPr>
          </a:p>
        </p:txBody>
      </p:sp>
      <p:sp>
        <p:nvSpPr>
          <p:cNvPr id="7" name="TextBox 6">
            <a:extLst>
              <a:ext uri="{FF2B5EF4-FFF2-40B4-BE49-F238E27FC236}">
                <a16:creationId xmlns:a16="http://schemas.microsoft.com/office/drawing/2014/main" id="{197B84A3-8F78-C48D-7F73-3D1156DBC975}"/>
              </a:ext>
            </a:extLst>
          </p:cNvPr>
          <p:cNvSpPr txBox="1"/>
          <p:nvPr/>
        </p:nvSpPr>
        <p:spPr>
          <a:xfrm>
            <a:off x="1830305" y="3706767"/>
            <a:ext cx="2190019" cy="1080296"/>
          </a:xfrm>
          <a:prstGeom prst="rect">
            <a:avLst/>
          </a:prstGeom>
          <a:noFill/>
        </p:spPr>
        <p:txBody>
          <a:bodyPr wrap="square" lIns="54864" tIns="36576" rIns="54864" bIns="27432">
            <a:spAutoFit/>
          </a:bodyPr>
          <a:lstStyle/>
          <a:p>
            <a:r>
              <a:rPr lang="en-IN" sz="1100" dirty="0">
                <a:latin typeface="Sora" panose="020B0604020202020204" charset="0"/>
                <a:cs typeface="Sora" panose="020B0604020202020204" charset="0"/>
              </a:rPr>
              <a:t>• Profile and preferences</a:t>
            </a:r>
          </a:p>
          <a:p>
            <a:r>
              <a:rPr lang="en-IN" sz="1100" dirty="0">
                <a:latin typeface="Sora" panose="020B0604020202020204" charset="0"/>
                <a:cs typeface="Sora" panose="020B0604020202020204" charset="0"/>
              </a:rPr>
              <a:t>• Personality-oriented   insights</a:t>
            </a:r>
          </a:p>
          <a:p>
            <a:r>
              <a:rPr lang="en-IN" sz="1100" dirty="0">
                <a:latin typeface="Sora" panose="020B0604020202020204" charset="0"/>
                <a:cs typeface="Sora" panose="020B0604020202020204" charset="0"/>
              </a:rPr>
              <a:t>• Life trends and guidance</a:t>
            </a:r>
          </a:p>
          <a:p>
            <a:r>
              <a:rPr lang="en-IN" sz="1100" dirty="0">
                <a:latin typeface="Sora" panose="020B0604020202020204" charset="0"/>
                <a:cs typeface="Sora" panose="020B0604020202020204" charset="0"/>
              </a:rPr>
              <a:t>• Personalized recommendations</a:t>
            </a:r>
            <a:endParaRPr lang="en-IN" sz="1100" dirty="0">
              <a:effectLst/>
              <a:latin typeface="Sora" panose="020B0604020202020204" charset="0"/>
              <a:cs typeface="Sora" panose="020B0604020202020204" charset="0"/>
            </a:endParaRPr>
          </a:p>
        </p:txBody>
      </p:sp>
      <p:sp>
        <p:nvSpPr>
          <p:cNvPr id="9" name="Rounded Rectangle 6">
            <a:extLst>
              <a:ext uri="{FF2B5EF4-FFF2-40B4-BE49-F238E27FC236}">
                <a16:creationId xmlns:a16="http://schemas.microsoft.com/office/drawing/2014/main" id="{3A3FE5C3-6973-A0A3-B1DE-DD4FA4216B7B}"/>
              </a:ext>
            </a:extLst>
          </p:cNvPr>
          <p:cNvSpPr/>
          <p:nvPr/>
        </p:nvSpPr>
        <p:spPr>
          <a:xfrm>
            <a:off x="2479271" y="520888"/>
            <a:ext cx="2231277" cy="2133088"/>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1300A61-4F1E-4C70-2427-8EBF7F7AC881}"/>
              </a:ext>
            </a:extLst>
          </p:cNvPr>
          <p:cNvSpPr txBox="1"/>
          <p:nvPr/>
        </p:nvSpPr>
        <p:spPr>
          <a:xfrm>
            <a:off x="2572295" y="708138"/>
            <a:ext cx="2045231" cy="310854"/>
          </a:xfrm>
          <a:prstGeom prst="rect">
            <a:avLst/>
          </a:prstGeom>
          <a:noFill/>
        </p:spPr>
        <p:txBody>
          <a:bodyPr wrap="square" lIns="54864" tIns="36576" rIns="54864" bIns="27432">
            <a:spAutoFit/>
          </a:bodyPr>
          <a:lstStyle/>
          <a:p>
            <a:pPr algn="ctr">
              <a:spcAft>
                <a:spcPts val="500"/>
              </a:spcAft>
            </a:pPr>
            <a:r>
              <a:rPr lang="en-US" sz="1600" b="1" dirty="0">
                <a:solidFill>
                  <a:srgbClr val="39271D"/>
                </a:solidFill>
                <a:latin typeface="Aptos"/>
              </a:rPr>
              <a:t>USER ENGAGEMENT</a:t>
            </a:r>
            <a:endParaRPr sz="1600" b="1" i="0" dirty="0">
              <a:solidFill>
                <a:srgbClr val="39271D"/>
              </a:solidFill>
              <a:latin typeface="Aptos"/>
            </a:endParaRPr>
          </a:p>
        </p:txBody>
      </p:sp>
      <p:sp>
        <p:nvSpPr>
          <p:cNvPr id="15" name="TextBox 14">
            <a:extLst>
              <a:ext uri="{FF2B5EF4-FFF2-40B4-BE49-F238E27FC236}">
                <a16:creationId xmlns:a16="http://schemas.microsoft.com/office/drawing/2014/main" id="{921D15F5-2B5D-8D10-64A9-7CC5BB3F2729}"/>
              </a:ext>
            </a:extLst>
          </p:cNvPr>
          <p:cNvSpPr txBox="1"/>
          <p:nvPr/>
        </p:nvSpPr>
        <p:spPr>
          <a:xfrm>
            <a:off x="2572295" y="1206242"/>
            <a:ext cx="2045231" cy="911019"/>
          </a:xfrm>
          <a:prstGeom prst="rect">
            <a:avLst/>
          </a:prstGeom>
          <a:noFill/>
        </p:spPr>
        <p:txBody>
          <a:bodyPr wrap="square" lIns="54864" tIns="36576" rIns="54864" bIns="27432">
            <a:spAutoFit/>
          </a:bodyPr>
          <a:lstStyle/>
          <a:p>
            <a:r>
              <a:rPr lang="en-IN" sz="1100" dirty="0">
                <a:latin typeface="Sora" panose="020B0604020202020204" charset="0"/>
                <a:cs typeface="Sora" panose="020B0604020202020204" charset="0"/>
              </a:rPr>
              <a:t>• Consultation requests</a:t>
            </a:r>
          </a:p>
          <a:p>
            <a:r>
              <a:rPr lang="en-IN" sz="1100" dirty="0">
                <a:latin typeface="Sora" panose="020B0604020202020204" charset="0"/>
                <a:cs typeface="Sora" panose="020B0604020202020204" charset="0"/>
              </a:rPr>
              <a:t>• Notifications &amp; reminders</a:t>
            </a:r>
          </a:p>
          <a:p>
            <a:r>
              <a:rPr lang="en-IN" sz="1100" dirty="0">
                <a:latin typeface="Sora" panose="020B0604020202020204" charset="0"/>
                <a:cs typeface="Sora" panose="020B0604020202020204" charset="0"/>
              </a:rPr>
              <a:t>• Platform announcements</a:t>
            </a:r>
          </a:p>
          <a:p>
            <a:r>
              <a:rPr lang="en-IN" sz="1100" dirty="0">
                <a:latin typeface="Sora" panose="020B0604020202020204" charset="0"/>
                <a:cs typeface="Sora" panose="020B0604020202020204" charset="0"/>
              </a:rPr>
              <a:t>• Feedback/complaints where available</a:t>
            </a:r>
            <a:endParaRPr lang="en-IN" sz="1100" dirty="0">
              <a:effectLst/>
              <a:latin typeface="Sora" panose="020B0604020202020204" charset="0"/>
              <a:cs typeface="Sora" panose="020B0604020202020204" charset="0"/>
            </a:endParaRPr>
          </a:p>
        </p:txBody>
      </p:sp>
      <p:pic>
        <p:nvPicPr>
          <p:cNvPr id="30" name="Picture 29">
            <a:extLst>
              <a:ext uri="{FF2B5EF4-FFF2-40B4-BE49-F238E27FC236}">
                <a16:creationId xmlns:a16="http://schemas.microsoft.com/office/drawing/2014/main" id="{FDA29DE9-3785-CE63-86CF-0F3ED25257F2}"/>
              </a:ext>
            </a:extLst>
          </p:cNvPr>
          <p:cNvPicPr>
            <a:picLocks noChangeAspect="1"/>
          </p:cNvPicPr>
          <p:nvPr/>
        </p:nvPicPr>
        <p:blipFill>
          <a:blip r:embed="rId3"/>
          <a:stretch>
            <a:fillRect/>
          </a:stretch>
        </p:blipFill>
        <p:spPr>
          <a:xfrm>
            <a:off x="4117964" y="2280628"/>
            <a:ext cx="4960232" cy="2736093"/>
          </a:xfrm>
          <a:prstGeom prst="rect">
            <a:avLst/>
          </a:prstGeom>
        </p:spPr>
      </p:pic>
    </p:spTree>
    <p:extLst>
      <p:ext uri="{BB962C8B-B14F-4D97-AF65-F5344CB8AC3E}">
        <p14:creationId xmlns:p14="http://schemas.microsoft.com/office/powerpoint/2010/main" val="176732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BAF7A85C-1BA6-6F6F-F78E-88732EF38C6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66C5468-EF18-33D7-ED6C-CC5096872FC7}"/>
              </a:ext>
            </a:extLst>
          </p:cNvPr>
          <p:cNvPicPr>
            <a:picLocks noChangeAspect="1"/>
          </p:cNvPicPr>
          <p:nvPr/>
        </p:nvPicPr>
        <p:blipFill>
          <a:blip r:embed="rId3"/>
          <a:stretch>
            <a:fillRect/>
          </a:stretch>
        </p:blipFill>
        <p:spPr>
          <a:xfrm>
            <a:off x="5623461" y="682464"/>
            <a:ext cx="2450496" cy="2156275"/>
          </a:xfrm>
          <a:prstGeom prst="rect">
            <a:avLst/>
          </a:prstGeom>
        </p:spPr>
      </p:pic>
      <p:sp>
        <p:nvSpPr>
          <p:cNvPr id="470" name="Google Shape;470;p34">
            <a:extLst>
              <a:ext uri="{FF2B5EF4-FFF2-40B4-BE49-F238E27FC236}">
                <a16:creationId xmlns:a16="http://schemas.microsoft.com/office/drawing/2014/main" id="{C2843E7A-BDE2-AA72-1108-2326ADEA3F70}"/>
              </a:ext>
            </a:extLst>
          </p:cNvPr>
          <p:cNvSpPr txBox="1">
            <a:spLocks noGrp="1"/>
          </p:cNvSpPr>
          <p:nvPr>
            <p:ph type="title"/>
          </p:nvPr>
        </p:nvSpPr>
        <p:spPr>
          <a:xfrm>
            <a:off x="150354" y="44896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T</a:t>
            </a:r>
            <a:r>
              <a:rPr lang="en" dirty="0"/>
              <a:t>arot Reader Role</a:t>
            </a:r>
            <a:endParaRPr dirty="0"/>
          </a:p>
        </p:txBody>
      </p:sp>
      <p:sp>
        <p:nvSpPr>
          <p:cNvPr id="40" name="Rounded Rectangle 6">
            <a:extLst>
              <a:ext uri="{FF2B5EF4-FFF2-40B4-BE49-F238E27FC236}">
                <a16:creationId xmlns:a16="http://schemas.microsoft.com/office/drawing/2014/main" id="{0004362D-FAE0-A5F4-6CA5-4B785EE6E8E8}"/>
              </a:ext>
            </a:extLst>
          </p:cNvPr>
          <p:cNvSpPr/>
          <p:nvPr/>
        </p:nvSpPr>
        <p:spPr>
          <a:xfrm>
            <a:off x="150354" y="1139387"/>
            <a:ext cx="2231277" cy="2133087"/>
          </a:xfrm>
          <a:prstGeom prst="roundRect">
            <a:avLst/>
          </a:prstGeom>
          <a:solidFill>
            <a:schemeClr val="bg2">
              <a:lumMod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DADFDF32-4C97-D405-858A-8A6C57B8629B}"/>
              </a:ext>
            </a:extLst>
          </p:cNvPr>
          <p:cNvSpPr txBox="1"/>
          <p:nvPr/>
        </p:nvSpPr>
        <p:spPr>
          <a:xfrm>
            <a:off x="247994" y="1449748"/>
            <a:ext cx="2045231" cy="310854"/>
          </a:xfrm>
          <a:prstGeom prst="rect">
            <a:avLst/>
          </a:prstGeom>
          <a:noFill/>
        </p:spPr>
        <p:txBody>
          <a:bodyPr wrap="square" lIns="54864" tIns="36576" rIns="54864" bIns="27432">
            <a:spAutoFit/>
          </a:bodyPr>
          <a:lstStyle/>
          <a:p>
            <a:pPr algn="ctr">
              <a:spcAft>
                <a:spcPts val="500"/>
              </a:spcAft>
            </a:pPr>
            <a:r>
              <a:rPr lang="en-US" sz="1600" b="1" dirty="0">
                <a:solidFill>
                  <a:srgbClr val="39271D"/>
                </a:solidFill>
                <a:latin typeface="Aptos"/>
              </a:rPr>
              <a:t>TAROT WORKSPACE</a:t>
            </a:r>
            <a:endParaRPr sz="1600" b="1" i="0" dirty="0">
              <a:solidFill>
                <a:srgbClr val="39271D"/>
              </a:solidFill>
              <a:latin typeface="Aptos"/>
            </a:endParaRPr>
          </a:p>
        </p:txBody>
      </p:sp>
      <p:sp>
        <p:nvSpPr>
          <p:cNvPr id="44" name="TextBox 43">
            <a:extLst>
              <a:ext uri="{FF2B5EF4-FFF2-40B4-BE49-F238E27FC236}">
                <a16:creationId xmlns:a16="http://schemas.microsoft.com/office/drawing/2014/main" id="{4E8AA967-D2B5-A9B5-B75C-99B1AB82B086}"/>
              </a:ext>
            </a:extLst>
          </p:cNvPr>
          <p:cNvSpPr txBox="1"/>
          <p:nvPr/>
        </p:nvSpPr>
        <p:spPr>
          <a:xfrm>
            <a:off x="307422" y="1864861"/>
            <a:ext cx="2111298" cy="1182888"/>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Manage tarot-reading activity</a:t>
            </a:r>
          </a:p>
          <a:p>
            <a:pPr>
              <a:spcAft>
                <a:spcPts val="400"/>
              </a:spcAft>
            </a:pPr>
            <a:r>
              <a:rPr lang="en-US" sz="1100" dirty="0">
                <a:solidFill>
                  <a:schemeClr val="tx1"/>
                </a:solidFill>
                <a:latin typeface="Sora" panose="020B0604020202020204" charset="0"/>
                <a:cs typeface="Sora" panose="020B0604020202020204" charset="0"/>
              </a:rPr>
              <a:t>• Review assigned/session requests</a:t>
            </a:r>
          </a:p>
          <a:p>
            <a:pPr>
              <a:spcAft>
                <a:spcPts val="400"/>
              </a:spcAft>
            </a:pPr>
            <a:r>
              <a:rPr lang="en-US" sz="1100" dirty="0">
                <a:solidFill>
                  <a:schemeClr val="tx1"/>
                </a:solidFill>
                <a:latin typeface="Sora" panose="020B0604020202020204" charset="0"/>
                <a:cs typeface="Sora" panose="020B0604020202020204" charset="0"/>
              </a:rPr>
              <a:t>• Access relevant reading context</a:t>
            </a:r>
          </a:p>
        </p:txBody>
      </p:sp>
      <p:sp>
        <p:nvSpPr>
          <p:cNvPr id="3" name="Rounded Rectangle 6">
            <a:extLst>
              <a:ext uri="{FF2B5EF4-FFF2-40B4-BE49-F238E27FC236}">
                <a16:creationId xmlns:a16="http://schemas.microsoft.com/office/drawing/2014/main" id="{6E973797-FB6D-6296-B736-CA22D7FC7B42}"/>
              </a:ext>
            </a:extLst>
          </p:cNvPr>
          <p:cNvSpPr/>
          <p:nvPr/>
        </p:nvSpPr>
        <p:spPr>
          <a:xfrm>
            <a:off x="1067340" y="2998908"/>
            <a:ext cx="2231277" cy="1548629"/>
          </a:xfrm>
          <a:prstGeom prst="roundRect">
            <a:avLst/>
          </a:prstGeom>
          <a:solidFill>
            <a:schemeClr val="bg2">
              <a:lumMod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DF6C1D4-CF90-EDB5-DDA0-8F3F6ABB74AD}"/>
              </a:ext>
            </a:extLst>
          </p:cNvPr>
          <p:cNvSpPr txBox="1"/>
          <p:nvPr/>
        </p:nvSpPr>
        <p:spPr>
          <a:xfrm>
            <a:off x="977723" y="3283186"/>
            <a:ext cx="2045231" cy="310854"/>
          </a:xfrm>
          <a:prstGeom prst="rect">
            <a:avLst/>
          </a:prstGeom>
          <a:noFill/>
        </p:spPr>
        <p:txBody>
          <a:bodyPr wrap="square" lIns="54864" tIns="36576" rIns="54864" bIns="27432">
            <a:spAutoFit/>
          </a:bodyPr>
          <a:lstStyle/>
          <a:p>
            <a:pPr algn="ctr">
              <a:spcAft>
                <a:spcPts val="500"/>
              </a:spcAft>
            </a:pPr>
            <a:r>
              <a:rPr lang="en-US" sz="1600" b="1" dirty="0">
                <a:solidFill>
                  <a:srgbClr val="39271D"/>
                </a:solidFill>
                <a:latin typeface="Aptos"/>
              </a:rPr>
              <a:t>ANALYTICS</a:t>
            </a:r>
            <a:endParaRPr sz="1600" b="1" i="0" dirty="0">
              <a:solidFill>
                <a:srgbClr val="39271D"/>
              </a:solidFill>
              <a:latin typeface="Aptos"/>
            </a:endParaRPr>
          </a:p>
        </p:txBody>
      </p:sp>
      <p:sp>
        <p:nvSpPr>
          <p:cNvPr id="7" name="TextBox 6">
            <a:extLst>
              <a:ext uri="{FF2B5EF4-FFF2-40B4-BE49-F238E27FC236}">
                <a16:creationId xmlns:a16="http://schemas.microsoft.com/office/drawing/2014/main" id="{46F754C3-A6F2-A393-E753-B63321BB0ABD}"/>
              </a:ext>
            </a:extLst>
          </p:cNvPr>
          <p:cNvSpPr txBox="1"/>
          <p:nvPr/>
        </p:nvSpPr>
        <p:spPr>
          <a:xfrm>
            <a:off x="1198215" y="3690881"/>
            <a:ext cx="2190019" cy="675057"/>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Reading analytics</a:t>
            </a:r>
          </a:p>
          <a:p>
            <a:pPr>
              <a:spcAft>
                <a:spcPts val="400"/>
              </a:spcAft>
            </a:pPr>
            <a:r>
              <a:rPr lang="en-US" sz="1100" dirty="0">
                <a:solidFill>
                  <a:schemeClr val="tx1"/>
                </a:solidFill>
                <a:latin typeface="Sora" panose="020B0604020202020204" charset="0"/>
                <a:cs typeface="Sora" panose="020B0604020202020204" charset="0"/>
              </a:rPr>
              <a:t>• Session tracking</a:t>
            </a:r>
          </a:p>
          <a:p>
            <a:pPr>
              <a:spcAft>
                <a:spcPts val="400"/>
              </a:spcAft>
            </a:pPr>
            <a:r>
              <a:rPr lang="en-US" sz="1100" dirty="0">
                <a:solidFill>
                  <a:schemeClr val="tx1"/>
                </a:solidFill>
                <a:latin typeface="Sora" panose="020B0604020202020204" charset="0"/>
                <a:cs typeface="Sora" panose="020B0604020202020204" charset="0"/>
              </a:rPr>
              <a:t>• User engagement insights</a:t>
            </a:r>
          </a:p>
        </p:txBody>
      </p:sp>
      <p:sp>
        <p:nvSpPr>
          <p:cNvPr id="9" name="Rounded Rectangle 6">
            <a:extLst>
              <a:ext uri="{FF2B5EF4-FFF2-40B4-BE49-F238E27FC236}">
                <a16:creationId xmlns:a16="http://schemas.microsoft.com/office/drawing/2014/main" id="{887ECED5-3D1E-1ED8-B114-2F3D9AAF4C0F}"/>
              </a:ext>
            </a:extLst>
          </p:cNvPr>
          <p:cNvSpPr/>
          <p:nvPr/>
        </p:nvSpPr>
        <p:spPr>
          <a:xfrm>
            <a:off x="2572295" y="1516566"/>
            <a:ext cx="2045231" cy="1766619"/>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A5D79BC-68CD-3829-E44B-0C5BF20D36E8}"/>
              </a:ext>
            </a:extLst>
          </p:cNvPr>
          <p:cNvSpPr txBox="1"/>
          <p:nvPr/>
        </p:nvSpPr>
        <p:spPr>
          <a:xfrm>
            <a:off x="2526769" y="1682740"/>
            <a:ext cx="2045231" cy="310854"/>
          </a:xfrm>
          <a:prstGeom prst="rect">
            <a:avLst/>
          </a:prstGeom>
          <a:noFill/>
        </p:spPr>
        <p:txBody>
          <a:bodyPr wrap="square" lIns="54864" tIns="36576" rIns="54864" bIns="27432">
            <a:spAutoFit/>
          </a:bodyPr>
          <a:lstStyle/>
          <a:p>
            <a:pPr algn="ctr">
              <a:spcAft>
                <a:spcPts val="500"/>
              </a:spcAft>
            </a:pPr>
            <a:r>
              <a:rPr lang="en-US" sz="1600" b="1" dirty="0">
                <a:solidFill>
                  <a:srgbClr val="39271D"/>
                </a:solidFill>
                <a:latin typeface="Aptos"/>
              </a:rPr>
              <a:t>READING</a:t>
            </a:r>
            <a:endParaRPr sz="1600" b="1" i="0" dirty="0">
              <a:solidFill>
                <a:srgbClr val="39271D"/>
              </a:solidFill>
              <a:latin typeface="Aptos"/>
            </a:endParaRPr>
          </a:p>
        </p:txBody>
      </p:sp>
      <p:sp>
        <p:nvSpPr>
          <p:cNvPr id="15" name="TextBox 14">
            <a:extLst>
              <a:ext uri="{FF2B5EF4-FFF2-40B4-BE49-F238E27FC236}">
                <a16:creationId xmlns:a16="http://schemas.microsoft.com/office/drawing/2014/main" id="{387BD7CD-C6C0-727F-D206-36EEF6D78E57}"/>
              </a:ext>
            </a:extLst>
          </p:cNvPr>
          <p:cNvSpPr txBox="1"/>
          <p:nvPr/>
        </p:nvSpPr>
        <p:spPr>
          <a:xfrm>
            <a:off x="2676333" y="1980306"/>
            <a:ext cx="1837154" cy="1182888"/>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Review and manage reports</a:t>
            </a:r>
          </a:p>
          <a:p>
            <a:pPr>
              <a:spcAft>
                <a:spcPts val="400"/>
              </a:spcAft>
            </a:pPr>
            <a:r>
              <a:rPr lang="en-US" sz="1100" dirty="0">
                <a:solidFill>
                  <a:schemeClr val="tx1"/>
                </a:solidFill>
                <a:latin typeface="Sora" panose="020B0604020202020204" charset="0"/>
                <a:cs typeface="Sora" panose="020B0604020202020204" charset="0"/>
              </a:rPr>
              <a:t>• Respond to requests where permitted</a:t>
            </a:r>
          </a:p>
          <a:p>
            <a:pPr>
              <a:spcAft>
                <a:spcPts val="400"/>
              </a:spcAft>
            </a:pPr>
            <a:r>
              <a:rPr lang="en-US" sz="1100" dirty="0">
                <a:solidFill>
                  <a:schemeClr val="tx1"/>
                </a:solidFill>
                <a:latin typeface="Sora" panose="020B0604020202020204" charset="0"/>
                <a:cs typeface="Sora" panose="020B0604020202020204" charset="0"/>
              </a:rPr>
              <a:t>• Maintain clear session outcomes</a:t>
            </a:r>
          </a:p>
        </p:txBody>
      </p:sp>
      <p:pic>
        <p:nvPicPr>
          <p:cNvPr id="4" name="Picture 3">
            <a:extLst>
              <a:ext uri="{FF2B5EF4-FFF2-40B4-BE49-F238E27FC236}">
                <a16:creationId xmlns:a16="http://schemas.microsoft.com/office/drawing/2014/main" id="{A2EC3B41-1135-EC87-CF49-F03552C80006}"/>
              </a:ext>
            </a:extLst>
          </p:cNvPr>
          <p:cNvPicPr>
            <a:picLocks noChangeAspect="1"/>
          </p:cNvPicPr>
          <p:nvPr/>
        </p:nvPicPr>
        <p:blipFill>
          <a:blip r:embed="rId4"/>
          <a:srcRect r="36427"/>
          <a:stretch>
            <a:fillRect/>
          </a:stretch>
        </p:blipFill>
        <p:spPr>
          <a:xfrm>
            <a:off x="6350799" y="3004769"/>
            <a:ext cx="2260351" cy="2047279"/>
          </a:xfrm>
          <a:prstGeom prst="rect">
            <a:avLst/>
          </a:prstGeom>
        </p:spPr>
      </p:pic>
      <p:pic>
        <p:nvPicPr>
          <p:cNvPr id="8" name="Picture 7">
            <a:extLst>
              <a:ext uri="{FF2B5EF4-FFF2-40B4-BE49-F238E27FC236}">
                <a16:creationId xmlns:a16="http://schemas.microsoft.com/office/drawing/2014/main" id="{808F1A09-6E8B-3370-579D-54072F410B24}"/>
              </a:ext>
            </a:extLst>
          </p:cNvPr>
          <p:cNvPicPr>
            <a:picLocks noChangeAspect="1"/>
          </p:cNvPicPr>
          <p:nvPr/>
        </p:nvPicPr>
        <p:blipFill>
          <a:blip r:embed="rId5"/>
          <a:stretch>
            <a:fillRect/>
          </a:stretch>
        </p:blipFill>
        <p:spPr>
          <a:xfrm>
            <a:off x="7315201" y="1139387"/>
            <a:ext cx="1746690" cy="2463186"/>
          </a:xfrm>
          <a:prstGeom prst="rect">
            <a:avLst/>
          </a:prstGeom>
        </p:spPr>
      </p:pic>
    </p:spTree>
    <p:extLst>
      <p:ext uri="{BB962C8B-B14F-4D97-AF65-F5344CB8AC3E}">
        <p14:creationId xmlns:p14="http://schemas.microsoft.com/office/powerpoint/2010/main" val="1348338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67BC83BF-A5E2-9236-165D-F92EBF166A71}"/>
            </a:ext>
          </a:extLst>
        </p:cNvPr>
        <p:cNvGrpSpPr/>
        <p:nvPr/>
      </p:nvGrpSpPr>
      <p:grpSpPr>
        <a:xfrm>
          <a:off x="0" y="0"/>
          <a:ext cx="0" cy="0"/>
          <a:chOff x="0" y="0"/>
          <a:chExt cx="0" cy="0"/>
        </a:xfrm>
      </p:grpSpPr>
      <p:sp>
        <p:nvSpPr>
          <p:cNvPr id="470" name="Google Shape;470;p34">
            <a:extLst>
              <a:ext uri="{FF2B5EF4-FFF2-40B4-BE49-F238E27FC236}">
                <a16:creationId xmlns:a16="http://schemas.microsoft.com/office/drawing/2014/main" id="{880418F0-4BD8-8196-F3FB-25EF4A938AE8}"/>
              </a:ext>
            </a:extLst>
          </p:cNvPr>
          <p:cNvSpPr txBox="1">
            <a:spLocks noGrp="1"/>
          </p:cNvSpPr>
          <p:nvPr>
            <p:ph type="title"/>
          </p:nvPr>
        </p:nvSpPr>
        <p:spPr>
          <a:xfrm>
            <a:off x="91877" y="33543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Spiritual Consultant Role</a:t>
            </a:r>
            <a:endParaRPr dirty="0"/>
          </a:p>
        </p:txBody>
      </p:sp>
      <p:sp>
        <p:nvSpPr>
          <p:cNvPr id="40" name="Rounded Rectangle 6">
            <a:extLst>
              <a:ext uri="{FF2B5EF4-FFF2-40B4-BE49-F238E27FC236}">
                <a16:creationId xmlns:a16="http://schemas.microsoft.com/office/drawing/2014/main" id="{0FA9B130-B2F9-67D0-FCEB-BB7B086AF96F}"/>
              </a:ext>
            </a:extLst>
          </p:cNvPr>
          <p:cNvSpPr/>
          <p:nvPr/>
        </p:nvSpPr>
        <p:spPr>
          <a:xfrm>
            <a:off x="150354" y="1139387"/>
            <a:ext cx="2231277" cy="2133087"/>
          </a:xfrm>
          <a:prstGeom prst="roundRect">
            <a:avLst/>
          </a:prstGeom>
          <a:solidFill>
            <a:schemeClr val="tx1">
              <a:lumMod val="10000"/>
              <a:lumOff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CB91838D-6628-6B59-1806-827AC6C4BBEE}"/>
              </a:ext>
            </a:extLst>
          </p:cNvPr>
          <p:cNvSpPr txBox="1"/>
          <p:nvPr/>
        </p:nvSpPr>
        <p:spPr>
          <a:xfrm>
            <a:off x="382662" y="1343613"/>
            <a:ext cx="1766660" cy="557076"/>
          </a:xfrm>
          <a:prstGeom prst="rect">
            <a:avLst/>
          </a:prstGeom>
          <a:noFill/>
        </p:spPr>
        <p:txBody>
          <a:bodyPr wrap="square" lIns="54864" tIns="36576" rIns="54864" bIns="27432">
            <a:spAutoFit/>
          </a:bodyPr>
          <a:lstStyle/>
          <a:p>
            <a:pPr algn="ctr">
              <a:spcAft>
                <a:spcPts val="500"/>
              </a:spcAft>
            </a:pPr>
            <a:r>
              <a:rPr lang="en-US" sz="1600" b="1" i="0" dirty="0">
                <a:solidFill>
                  <a:srgbClr val="39271D"/>
                </a:solidFill>
                <a:latin typeface="Aptos"/>
              </a:rPr>
              <a:t>CONSULTATION MANAGEMENT</a:t>
            </a:r>
            <a:endParaRPr sz="1600" b="1" i="0" dirty="0">
              <a:solidFill>
                <a:srgbClr val="39271D"/>
              </a:solidFill>
              <a:latin typeface="Aptos"/>
            </a:endParaRPr>
          </a:p>
        </p:txBody>
      </p:sp>
      <p:sp>
        <p:nvSpPr>
          <p:cNvPr id="44" name="TextBox 43">
            <a:extLst>
              <a:ext uri="{FF2B5EF4-FFF2-40B4-BE49-F238E27FC236}">
                <a16:creationId xmlns:a16="http://schemas.microsoft.com/office/drawing/2014/main" id="{23A21C85-49E2-07BC-4C1F-BE63ECB02B90}"/>
              </a:ext>
            </a:extLst>
          </p:cNvPr>
          <p:cNvSpPr txBox="1"/>
          <p:nvPr/>
        </p:nvSpPr>
        <p:spPr>
          <a:xfrm>
            <a:off x="311432" y="1985297"/>
            <a:ext cx="2111298" cy="1013611"/>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View incoming requests</a:t>
            </a:r>
          </a:p>
          <a:p>
            <a:pPr>
              <a:spcAft>
                <a:spcPts val="400"/>
              </a:spcAft>
            </a:pPr>
            <a:r>
              <a:rPr lang="en-US" sz="1100" dirty="0">
                <a:solidFill>
                  <a:schemeClr val="tx1"/>
                </a:solidFill>
                <a:latin typeface="Sora" panose="020B0604020202020204" charset="0"/>
                <a:cs typeface="Sora" panose="020B0604020202020204" charset="0"/>
              </a:rPr>
              <a:t>• Review topic and user message</a:t>
            </a:r>
          </a:p>
          <a:p>
            <a:pPr>
              <a:spcAft>
                <a:spcPts val="400"/>
              </a:spcAft>
            </a:pPr>
            <a:r>
              <a:rPr lang="en-US" sz="1100" dirty="0">
                <a:solidFill>
                  <a:schemeClr val="tx1"/>
                </a:solidFill>
                <a:latin typeface="Sora" panose="020B0604020202020204" charset="0"/>
                <a:cs typeface="Sora" panose="020B0604020202020204" charset="0"/>
              </a:rPr>
              <a:t>• Accept/reject and provide responses</a:t>
            </a:r>
          </a:p>
        </p:txBody>
      </p:sp>
      <p:sp>
        <p:nvSpPr>
          <p:cNvPr id="3" name="Rounded Rectangle 6">
            <a:extLst>
              <a:ext uri="{FF2B5EF4-FFF2-40B4-BE49-F238E27FC236}">
                <a16:creationId xmlns:a16="http://schemas.microsoft.com/office/drawing/2014/main" id="{E302B39D-119F-B6C9-2D9A-5A17EDD950AC}"/>
              </a:ext>
            </a:extLst>
          </p:cNvPr>
          <p:cNvSpPr/>
          <p:nvPr/>
        </p:nvSpPr>
        <p:spPr>
          <a:xfrm>
            <a:off x="750850" y="2998908"/>
            <a:ext cx="2547768" cy="1548629"/>
          </a:xfrm>
          <a:prstGeom prst="roundRect">
            <a:avLst/>
          </a:prstGeom>
          <a:solidFill>
            <a:schemeClr val="bg2">
              <a:lumMod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4767948-5AD0-9FCE-8625-2DE977F24368}"/>
              </a:ext>
            </a:extLst>
          </p:cNvPr>
          <p:cNvSpPr txBox="1"/>
          <p:nvPr/>
        </p:nvSpPr>
        <p:spPr>
          <a:xfrm>
            <a:off x="838206" y="3176179"/>
            <a:ext cx="2045231" cy="310854"/>
          </a:xfrm>
          <a:prstGeom prst="rect">
            <a:avLst/>
          </a:prstGeom>
          <a:noFill/>
        </p:spPr>
        <p:txBody>
          <a:bodyPr wrap="square" lIns="54864" tIns="36576" rIns="54864" bIns="27432">
            <a:spAutoFit/>
          </a:bodyPr>
          <a:lstStyle/>
          <a:p>
            <a:pPr algn="ctr">
              <a:spcAft>
                <a:spcPts val="500"/>
              </a:spcAft>
            </a:pPr>
            <a:r>
              <a:rPr lang="en-US" sz="1600" b="1" i="0" dirty="0">
                <a:solidFill>
                  <a:srgbClr val="39271D"/>
                </a:solidFill>
                <a:latin typeface="Aptos"/>
              </a:rPr>
              <a:t>CLIENT TRENDS</a:t>
            </a:r>
            <a:endParaRPr sz="1600" b="1" i="0" dirty="0">
              <a:solidFill>
                <a:srgbClr val="39271D"/>
              </a:solidFill>
              <a:latin typeface="Aptos"/>
            </a:endParaRPr>
          </a:p>
        </p:txBody>
      </p:sp>
      <p:sp>
        <p:nvSpPr>
          <p:cNvPr id="7" name="TextBox 6">
            <a:extLst>
              <a:ext uri="{FF2B5EF4-FFF2-40B4-BE49-F238E27FC236}">
                <a16:creationId xmlns:a16="http://schemas.microsoft.com/office/drawing/2014/main" id="{062EC362-A805-FB19-937F-9247988EB081}"/>
              </a:ext>
            </a:extLst>
          </p:cNvPr>
          <p:cNvSpPr txBox="1"/>
          <p:nvPr/>
        </p:nvSpPr>
        <p:spPr>
          <a:xfrm>
            <a:off x="838206" y="3516010"/>
            <a:ext cx="2547767" cy="844334"/>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Review client trend information</a:t>
            </a:r>
          </a:p>
          <a:p>
            <a:pPr>
              <a:spcAft>
                <a:spcPts val="400"/>
              </a:spcAft>
            </a:pPr>
            <a:r>
              <a:rPr lang="en-US" sz="1100" dirty="0">
                <a:solidFill>
                  <a:schemeClr val="tx1"/>
                </a:solidFill>
                <a:latin typeface="Sora" panose="020B0604020202020204" charset="0"/>
                <a:cs typeface="Sora" panose="020B0604020202020204" charset="0"/>
              </a:rPr>
              <a:t>• Use reading context when available</a:t>
            </a:r>
          </a:p>
          <a:p>
            <a:pPr>
              <a:spcAft>
                <a:spcPts val="400"/>
              </a:spcAft>
            </a:pPr>
            <a:r>
              <a:rPr lang="en-US" sz="1100" dirty="0">
                <a:solidFill>
                  <a:schemeClr val="tx1"/>
                </a:solidFill>
                <a:latin typeface="Sora" panose="020B0604020202020204" charset="0"/>
                <a:cs typeface="Sora" panose="020B0604020202020204" charset="0"/>
              </a:rPr>
              <a:t>• Identify follow-up needs</a:t>
            </a:r>
          </a:p>
        </p:txBody>
      </p:sp>
      <p:sp>
        <p:nvSpPr>
          <p:cNvPr id="9" name="Rounded Rectangle 6">
            <a:extLst>
              <a:ext uri="{FF2B5EF4-FFF2-40B4-BE49-F238E27FC236}">
                <a16:creationId xmlns:a16="http://schemas.microsoft.com/office/drawing/2014/main" id="{46AAAAD1-AE6D-2FB9-25A2-465A5C794067}"/>
              </a:ext>
            </a:extLst>
          </p:cNvPr>
          <p:cNvSpPr/>
          <p:nvPr/>
        </p:nvSpPr>
        <p:spPr>
          <a:xfrm>
            <a:off x="2655038" y="1485392"/>
            <a:ext cx="2419313" cy="1970467"/>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1493DBB0-1A12-0858-2F52-8F652C992D8D}"/>
              </a:ext>
            </a:extLst>
          </p:cNvPr>
          <p:cNvSpPr txBox="1"/>
          <p:nvPr/>
        </p:nvSpPr>
        <p:spPr>
          <a:xfrm>
            <a:off x="2613939" y="1552982"/>
            <a:ext cx="2045231" cy="557076"/>
          </a:xfrm>
          <a:prstGeom prst="rect">
            <a:avLst/>
          </a:prstGeom>
          <a:noFill/>
        </p:spPr>
        <p:txBody>
          <a:bodyPr wrap="square" lIns="54864" tIns="36576" rIns="54864" bIns="27432">
            <a:spAutoFit/>
          </a:bodyPr>
          <a:lstStyle/>
          <a:p>
            <a:pPr algn="ctr">
              <a:spcAft>
                <a:spcPts val="500"/>
              </a:spcAft>
            </a:pPr>
            <a:r>
              <a:rPr lang="en-US" sz="1600" b="1" i="0" dirty="0">
                <a:solidFill>
                  <a:srgbClr val="39271D"/>
                </a:solidFill>
                <a:latin typeface="Aptos"/>
              </a:rPr>
              <a:t>GUIDANCE </a:t>
            </a:r>
            <a:r>
              <a:rPr lang="en-US" sz="1600" b="1" dirty="0">
                <a:solidFill>
                  <a:srgbClr val="39271D"/>
                </a:solidFill>
                <a:latin typeface="Aptos"/>
              </a:rPr>
              <a:t>EFFECTIVENESS</a:t>
            </a:r>
            <a:endParaRPr sz="1600" b="1" i="0" dirty="0">
              <a:solidFill>
                <a:srgbClr val="39271D"/>
              </a:solidFill>
              <a:latin typeface="Aptos"/>
            </a:endParaRPr>
          </a:p>
        </p:txBody>
      </p:sp>
      <p:sp>
        <p:nvSpPr>
          <p:cNvPr id="15" name="TextBox 14">
            <a:extLst>
              <a:ext uri="{FF2B5EF4-FFF2-40B4-BE49-F238E27FC236}">
                <a16:creationId xmlns:a16="http://schemas.microsoft.com/office/drawing/2014/main" id="{1568D3F4-09BB-567F-769D-2BBA78F4F7A3}"/>
              </a:ext>
            </a:extLst>
          </p:cNvPr>
          <p:cNvSpPr txBox="1"/>
          <p:nvPr/>
        </p:nvSpPr>
        <p:spPr>
          <a:xfrm>
            <a:off x="2853259" y="2145929"/>
            <a:ext cx="1973073" cy="1182888"/>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Review feedback and outcomes</a:t>
            </a:r>
          </a:p>
          <a:p>
            <a:pPr>
              <a:spcAft>
                <a:spcPts val="400"/>
              </a:spcAft>
            </a:pPr>
            <a:r>
              <a:rPr lang="en-US" sz="1100" dirty="0">
                <a:solidFill>
                  <a:schemeClr val="tx1"/>
                </a:solidFill>
                <a:latin typeface="Sora" panose="020B0604020202020204" charset="0"/>
                <a:cs typeface="Sora" panose="020B0604020202020204" charset="0"/>
              </a:rPr>
              <a:t>• Track assigned actions/completion where available</a:t>
            </a:r>
          </a:p>
          <a:p>
            <a:pPr>
              <a:spcAft>
                <a:spcPts val="400"/>
              </a:spcAft>
            </a:pPr>
            <a:r>
              <a:rPr lang="en-US" sz="1100" dirty="0">
                <a:solidFill>
                  <a:schemeClr val="tx1"/>
                </a:solidFill>
                <a:latin typeface="Sora" panose="020B0604020202020204" charset="0"/>
                <a:cs typeface="Sora" panose="020B0604020202020204" charset="0"/>
              </a:rPr>
              <a:t>• Improve follow-up</a:t>
            </a:r>
          </a:p>
        </p:txBody>
      </p:sp>
      <p:pic>
        <p:nvPicPr>
          <p:cNvPr id="13" name="Picture 12">
            <a:extLst>
              <a:ext uri="{FF2B5EF4-FFF2-40B4-BE49-F238E27FC236}">
                <a16:creationId xmlns:a16="http://schemas.microsoft.com/office/drawing/2014/main" id="{ACF65955-2862-C5B1-FA82-A7CCC48E83B9}"/>
              </a:ext>
            </a:extLst>
          </p:cNvPr>
          <p:cNvPicPr>
            <a:picLocks noChangeAspect="1"/>
          </p:cNvPicPr>
          <p:nvPr/>
        </p:nvPicPr>
        <p:blipFill>
          <a:blip r:embed="rId3"/>
          <a:stretch>
            <a:fillRect/>
          </a:stretch>
        </p:blipFill>
        <p:spPr>
          <a:xfrm>
            <a:off x="6214947" y="2781442"/>
            <a:ext cx="2929054" cy="2313469"/>
          </a:xfrm>
          <a:prstGeom prst="rect">
            <a:avLst/>
          </a:prstGeom>
        </p:spPr>
      </p:pic>
      <p:pic>
        <p:nvPicPr>
          <p:cNvPr id="18" name="Picture 17">
            <a:extLst>
              <a:ext uri="{FF2B5EF4-FFF2-40B4-BE49-F238E27FC236}">
                <a16:creationId xmlns:a16="http://schemas.microsoft.com/office/drawing/2014/main" id="{3DF86FB9-5625-F142-72A8-160C0C37AEE8}"/>
              </a:ext>
            </a:extLst>
          </p:cNvPr>
          <p:cNvPicPr>
            <a:picLocks noChangeAspect="1"/>
          </p:cNvPicPr>
          <p:nvPr/>
        </p:nvPicPr>
        <p:blipFill>
          <a:blip r:embed="rId4"/>
          <a:stretch>
            <a:fillRect/>
          </a:stretch>
        </p:blipFill>
        <p:spPr>
          <a:xfrm>
            <a:off x="5799766" y="954123"/>
            <a:ext cx="2705769" cy="2222056"/>
          </a:xfrm>
          <a:prstGeom prst="rect">
            <a:avLst/>
          </a:prstGeom>
        </p:spPr>
      </p:pic>
    </p:spTree>
    <p:extLst>
      <p:ext uri="{BB962C8B-B14F-4D97-AF65-F5344CB8AC3E}">
        <p14:creationId xmlns:p14="http://schemas.microsoft.com/office/powerpoint/2010/main" val="2799650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73D092CD-EC8A-72F1-B806-D9C17A0DAA0A}"/>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DF5C83A2-E513-27E8-B14B-734E0CB69A8B}"/>
              </a:ext>
            </a:extLst>
          </p:cNvPr>
          <p:cNvPicPr>
            <a:picLocks noChangeAspect="1"/>
          </p:cNvPicPr>
          <p:nvPr/>
        </p:nvPicPr>
        <p:blipFill>
          <a:blip r:embed="rId3"/>
          <a:stretch>
            <a:fillRect/>
          </a:stretch>
        </p:blipFill>
        <p:spPr>
          <a:xfrm>
            <a:off x="5425606" y="2916324"/>
            <a:ext cx="3718394" cy="2156329"/>
          </a:xfrm>
          <a:prstGeom prst="rect">
            <a:avLst/>
          </a:prstGeom>
        </p:spPr>
      </p:pic>
      <p:sp>
        <p:nvSpPr>
          <p:cNvPr id="470" name="Google Shape;470;p34">
            <a:extLst>
              <a:ext uri="{FF2B5EF4-FFF2-40B4-BE49-F238E27FC236}">
                <a16:creationId xmlns:a16="http://schemas.microsoft.com/office/drawing/2014/main" id="{6306E690-D610-64A3-1976-4292A617479C}"/>
              </a:ext>
            </a:extLst>
          </p:cNvPr>
          <p:cNvSpPr txBox="1">
            <a:spLocks noGrp="1"/>
          </p:cNvSpPr>
          <p:nvPr>
            <p:ph type="title"/>
          </p:nvPr>
        </p:nvSpPr>
        <p:spPr>
          <a:xfrm>
            <a:off x="456150" y="42858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Admin Role</a:t>
            </a:r>
            <a:endParaRPr dirty="0"/>
          </a:p>
        </p:txBody>
      </p:sp>
      <p:sp>
        <p:nvSpPr>
          <p:cNvPr id="40" name="Rounded Rectangle 6">
            <a:extLst>
              <a:ext uri="{FF2B5EF4-FFF2-40B4-BE49-F238E27FC236}">
                <a16:creationId xmlns:a16="http://schemas.microsoft.com/office/drawing/2014/main" id="{2DFBAB37-262D-CD2D-F07F-11C809E179E0}"/>
              </a:ext>
            </a:extLst>
          </p:cNvPr>
          <p:cNvSpPr/>
          <p:nvPr/>
        </p:nvSpPr>
        <p:spPr>
          <a:xfrm>
            <a:off x="150353" y="1195730"/>
            <a:ext cx="2231277" cy="2133087"/>
          </a:xfrm>
          <a:prstGeom prst="roundRect">
            <a:avLst/>
          </a:prstGeom>
          <a:solidFill>
            <a:schemeClr val="tx1">
              <a:lumMod val="10000"/>
              <a:lumOff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3B528303-0040-34DD-8C52-B041ED09ACBB}"/>
              </a:ext>
            </a:extLst>
          </p:cNvPr>
          <p:cNvSpPr txBox="1"/>
          <p:nvPr/>
        </p:nvSpPr>
        <p:spPr>
          <a:xfrm>
            <a:off x="301938" y="1330996"/>
            <a:ext cx="1766660" cy="495520"/>
          </a:xfrm>
          <a:prstGeom prst="rect">
            <a:avLst/>
          </a:prstGeom>
          <a:noFill/>
        </p:spPr>
        <p:txBody>
          <a:bodyPr wrap="square" lIns="54864" tIns="36576" rIns="54864" bIns="27432">
            <a:spAutoFit/>
          </a:bodyPr>
          <a:lstStyle/>
          <a:p>
            <a:pPr algn="ctr">
              <a:spcAft>
                <a:spcPts val="500"/>
              </a:spcAft>
            </a:pPr>
            <a:r>
              <a:rPr lang="en-US" b="1" i="0" dirty="0">
                <a:solidFill>
                  <a:srgbClr val="39271D"/>
                </a:solidFill>
                <a:latin typeface="Sora" panose="020B0604020202020204" charset="0"/>
                <a:cs typeface="Sora" panose="020B0604020202020204" charset="0"/>
              </a:rPr>
              <a:t>USER &amp; ROLE MANAGEMENT</a:t>
            </a:r>
            <a:endParaRPr b="1" i="0" dirty="0">
              <a:solidFill>
                <a:srgbClr val="39271D"/>
              </a:solidFill>
              <a:latin typeface="Sora" panose="020B0604020202020204" charset="0"/>
              <a:cs typeface="Sora" panose="020B0604020202020204" charset="0"/>
            </a:endParaRPr>
          </a:p>
        </p:txBody>
      </p:sp>
      <p:sp>
        <p:nvSpPr>
          <p:cNvPr id="44" name="TextBox 43">
            <a:extLst>
              <a:ext uri="{FF2B5EF4-FFF2-40B4-BE49-F238E27FC236}">
                <a16:creationId xmlns:a16="http://schemas.microsoft.com/office/drawing/2014/main" id="{66C1DFF2-D3E1-A6CA-CEFF-E97591598CFB}"/>
              </a:ext>
            </a:extLst>
          </p:cNvPr>
          <p:cNvSpPr txBox="1"/>
          <p:nvPr/>
        </p:nvSpPr>
        <p:spPr>
          <a:xfrm>
            <a:off x="311432" y="1985297"/>
            <a:ext cx="2111298" cy="1182888"/>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View/manage platform users</a:t>
            </a:r>
          </a:p>
          <a:p>
            <a:pPr>
              <a:spcAft>
                <a:spcPts val="400"/>
              </a:spcAft>
            </a:pPr>
            <a:r>
              <a:rPr lang="en-US" sz="1100" dirty="0">
                <a:solidFill>
                  <a:schemeClr val="tx1"/>
                </a:solidFill>
                <a:latin typeface="Sora" panose="020B0604020202020204" charset="0"/>
                <a:cs typeface="Sora" panose="020B0604020202020204" charset="0"/>
              </a:rPr>
              <a:t>• Maintain role-based access</a:t>
            </a:r>
          </a:p>
          <a:p>
            <a:pPr>
              <a:spcAft>
                <a:spcPts val="400"/>
              </a:spcAft>
            </a:pPr>
            <a:r>
              <a:rPr lang="en-US" sz="1100" dirty="0">
                <a:solidFill>
                  <a:schemeClr val="tx1"/>
                </a:solidFill>
                <a:latin typeface="Sora" panose="020B0604020202020204" charset="0"/>
                <a:cs typeface="Sora" panose="020B0604020202020204" charset="0"/>
              </a:rPr>
              <a:t>• Oversee expert accounts and activity</a:t>
            </a:r>
          </a:p>
        </p:txBody>
      </p:sp>
      <p:sp>
        <p:nvSpPr>
          <p:cNvPr id="3" name="Rounded Rectangle 6">
            <a:extLst>
              <a:ext uri="{FF2B5EF4-FFF2-40B4-BE49-F238E27FC236}">
                <a16:creationId xmlns:a16="http://schemas.microsoft.com/office/drawing/2014/main" id="{5A89BF14-7B4F-0411-EBB0-1BE69B606463}"/>
              </a:ext>
            </a:extLst>
          </p:cNvPr>
          <p:cNvSpPr/>
          <p:nvPr/>
        </p:nvSpPr>
        <p:spPr>
          <a:xfrm>
            <a:off x="1249424" y="3134859"/>
            <a:ext cx="2547768" cy="1533170"/>
          </a:xfrm>
          <a:prstGeom prst="roundRect">
            <a:avLst/>
          </a:prstGeom>
          <a:solidFill>
            <a:schemeClr val="bg2">
              <a:lumMod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4DB61EF-0DBE-4275-0ACE-9F57040FFC1C}"/>
              </a:ext>
            </a:extLst>
          </p:cNvPr>
          <p:cNvSpPr txBox="1"/>
          <p:nvPr/>
        </p:nvSpPr>
        <p:spPr>
          <a:xfrm>
            <a:off x="1319782" y="3355917"/>
            <a:ext cx="2477410" cy="280077"/>
          </a:xfrm>
          <a:prstGeom prst="rect">
            <a:avLst/>
          </a:prstGeom>
          <a:noFill/>
        </p:spPr>
        <p:txBody>
          <a:bodyPr wrap="square" lIns="54864" tIns="36576" rIns="54864" bIns="27432">
            <a:spAutoFit/>
          </a:bodyPr>
          <a:lstStyle/>
          <a:p>
            <a:pPr algn="ctr">
              <a:spcAft>
                <a:spcPts val="500"/>
              </a:spcAft>
            </a:pPr>
            <a:r>
              <a:rPr lang="en-US" b="1" dirty="0">
                <a:solidFill>
                  <a:srgbClr val="39271D"/>
                </a:solidFill>
                <a:latin typeface="Sora" panose="020B0604020202020204" charset="0"/>
                <a:cs typeface="Sora" panose="020B0604020202020204" charset="0"/>
              </a:rPr>
              <a:t>PLATFORM ANALYSIS</a:t>
            </a:r>
            <a:endParaRPr b="1" i="0" dirty="0">
              <a:solidFill>
                <a:srgbClr val="39271D"/>
              </a:solidFill>
              <a:latin typeface="Sora" panose="020B0604020202020204" charset="0"/>
              <a:cs typeface="Sora" panose="020B0604020202020204" charset="0"/>
            </a:endParaRPr>
          </a:p>
        </p:txBody>
      </p:sp>
      <p:sp>
        <p:nvSpPr>
          <p:cNvPr id="7" name="TextBox 6">
            <a:extLst>
              <a:ext uri="{FF2B5EF4-FFF2-40B4-BE49-F238E27FC236}">
                <a16:creationId xmlns:a16="http://schemas.microsoft.com/office/drawing/2014/main" id="{71920FE9-8866-018A-94E4-62763A998955}"/>
              </a:ext>
            </a:extLst>
          </p:cNvPr>
          <p:cNvSpPr txBox="1"/>
          <p:nvPr/>
        </p:nvSpPr>
        <p:spPr>
          <a:xfrm>
            <a:off x="1411774" y="3734861"/>
            <a:ext cx="2547767" cy="675057"/>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Reading statistics</a:t>
            </a:r>
          </a:p>
          <a:p>
            <a:pPr>
              <a:spcAft>
                <a:spcPts val="400"/>
              </a:spcAft>
            </a:pPr>
            <a:r>
              <a:rPr lang="en-US" sz="1100" dirty="0">
                <a:solidFill>
                  <a:schemeClr val="tx1"/>
                </a:solidFill>
                <a:latin typeface="Sora" panose="020B0604020202020204" charset="0"/>
                <a:cs typeface="Sora" panose="020B0604020202020204" charset="0"/>
              </a:rPr>
              <a:t>• User activity and engagement</a:t>
            </a:r>
          </a:p>
          <a:p>
            <a:pPr>
              <a:spcAft>
                <a:spcPts val="400"/>
              </a:spcAft>
            </a:pPr>
            <a:r>
              <a:rPr lang="en-US" sz="1100" dirty="0">
                <a:solidFill>
                  <a:schemeClr val="tx1"/>
                </a:solidFill>
                <a:latin typeface="Sora" panose="020B0604020202020204" charset="0"/>
                <a:cs typeface="Sora" panose="020B0604020202020204" charset="0"/>
              </a:rPr>
              <a:t>• Platform-level summaries</a:t>
            </a:r>
          </a:p>
        </p:txBody>
      </p:sp>
      <p:sp>
        <p:nvSpPr>
          <p:cNvPr id="9" name="Rounded Rectangle 6">
            <a:extLst>
              <a:ext uri="{FF2B5EF4-FFF2-40B4-BE49-F238E27FC236}">
                <a16:creationId xmlns:a16="http://schemas.microsoft.com/office/drawing/2014/main" id="{D772F996-6981-6CD4-6D03-91661754D90F}"/>
              </a:ext>
            </a:extLst>
          </p:cNvPr>
          <p:cNvSpPr/>
          <p:nvPr/>
        </p:nvSpPr>
        <p:spPr>
          <a:xfrm>
            <a:off x="2560588" y="1425231"/>
            <a:ext cx="2419313" cy="1791386"/>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a:extLst>
              <a:ext uri="{FF2B5EF4-FFF2-40B4-BE49-F238E27FC236}">
                <a16:creationId xmlns:a16="http://schemas.microsoft.com/office/drawing/2014/main" id="{4969D36B-0D76-668D-3BA0-9DA67B1EB6BB}"/>
              </a:ext>
            </a:extLst>
          </p:cNvPr>
          <p:cNvSpPr txBox="1"/>
          <p:nvPr/>
        </p:nvSpPr>
        <p:spPr>
          <a:xfrm>
            <a:off x="2613939" y="1552982"/>
            <a:ext cx="2045231" cy="495520"/>
          </a:xfrm>
          <a:prstGeom prst="rect">
            <a:avLst/>
          </a:prstGeom>
          <a:noFill/>
        </p:spPr>
        <p:txBody>
          <a:bodyPr wrap="square" lIns="54864" tIns="36576" rIns="54864" bIns="27432">
            <a:spAutoFit/>
          </a:bodyPr>
          <a:lstStyle/>
          <a:p>
            <a:pPr algn="ctr">
              <a:spcAft>
                <a:spcPts val="500"/>
              </a:spcAft>
            </a:pPr>
            <a:r>
              <a:rPr lang="en-US" b="1" i="0" dirty="0">
                <a:solidFill>
                  <a:srgbClr val="39271D"/>
                </a:solidFill>
                <a:latin typeface="Sora" panose="020B0604020202020204" charset="0"/>
                <a:cs typeface="Sora" panose="020B0604020202020204" charset="0"/>
              </a:rPr>
              <a:t>SYSTEM OPERATIONS</a:t>
            </a:r>
            <a:endParaRPr b="1" i="0" dirty="0">
              <a:solidFill>
                <a:srgbClr val="39271D"/>
              </a:solidFill>
              <a:latin typeface="Sora" panose="020B0604020202020204" charset="0"/>
              <a:cs typeface="Sora" panose="020B0604020202020204" charset="0"/>
            </a:endParaRPr>
          </a:p>
        </p:txBody>
      </p:sp>
      <p:sp>
        <p:nvSpPr>
          <p:cNvPr id="15" name="TextBox 14">
            <a:extLst>
              <a:ext uri="{FF2B5EF4-FFF2-40B4-BE49-F238E27FC236}">
                <a16:creationId xmlns:a16="http://schemas.microsoft.com/office/drawing/2014/main" id="{430447BC-DBB5-EBAF-AA87-E892B597B09E}"/>
              </a:ext>
            </a:extLst>
          </p:cNvPr>
          <p:cNvSpPr txBox="1"/>
          <p:nvPr/>
        </p:nvSpPr>
        <p:spPr>
          <a:xfrm>
            <a:off x="2732202" y="2110058"/>
            <a:ext cx="2121246" cy="844334"/>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Review system reports</a:t>
            </a:r>
          </a:p>
          <a:p>
            <a:pPr>
              <a:spcAft>
                <a:spcPts val="400"/>
              </a:spcAft>
            </a:pPr>
            <a:r>
              <a:rPr lang="en-US" sz="1100" dirty="0">
                <a:solidFill>
                  <a:schemeClr val="tx1"/>
                </a:solidFill>
                <a:latin typeface="Sora" panose="020B0604020202020204" charset="0"/>
                <a:cs typeface="Sora" panose="020B0604020202020204" charset="0"/>
              </a:rPr>
              <a:t>• Publish platform announcements</a:t>
            </a:r>
          </a:p>
          <a:p>
            <a:pPr>
              <a:spcAft>
                <a:spcPts val="400"/>
              </a:spcAft>
            </a:pPr>
            <a:r>
              <a:rPr lang="en-US" sz="1100" dirty="0">
                <a:solidFill>
                  <a:schemeClr val="tx1"/>
                </a:solidFill>
                <a:latin typeface="Sora" panose="020B0604020202020204" charset="0"/>
                <a:cs typeface="Sora" panose="020B0604020202020204" charset="0"/>
              </a:rPr>
              <a:t>• Monitor platform activity</a:t>
            </a:r>
          </a:p>
        </p:txBody>
      </p:sp>
      <p:pic>
        <p:nvPicPr>
          <p:cNvPr id="6" name="Picture 5">
            <a:extLst>
              <a:ext uri="{FF2B5EF4-FFF2-40B4-BE49-F238E27FC236}">
                <a16:creationId xmlns:a16="http://schemas.microsoft.com/office/drawing/2014/main" id="{1C6B2BE3-70AB-AE27-7223-E2A892916B9A}"/>
              </a:ext>
            </a:extLst>
          </p:cNvPr>
          <p:cNvPicPr>
            <a:picLocks noChangeAspect="1"/>
          </p:cNvPicPr>
          <p:nvPr/>
        </p:nvPicPr>
        <p:blipFill>
          <a:blip r:embed="rId4"/>
          <a:stretch>
            <a:fillRect/>
          </a:stretch>
        </p:blipFill>
        <p:spPr>
          <a:xfrm>
            <a:off x="6349996" y="1214365"/>
            <a:ext cx="2643651" cy="1791386"/>
          </a:xfrm>
          <a:prstGeom prst="rect">
            <a:avLst/>
          </a:prstGeom>
        </p:spPr>
      </p:pic>
    </p:spTree>
    <p:extLst>
      <p:ext uri="{BB962C8B-B14F-4D97-AF65-F5344CB8AC3E}">
        <p14:creationId xmlns:p14="http://schemas.microsoft.com/office/powerpoint/2010/main" val="1051174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66652BB5-4580-561C-49FD-5BC1FA39DC31}"/>
            </a:ext>
          </a:extLst>
        </p:cNvPr>
        <p:cNvGrpSpPr/>
        <p:nvPr/>
      </p:nvGrpSpPr>
      <p:grpSpPr>
        <a:xfrm>
          <a:off x="0" y="0"/>
          <a:ext cx="0" cy="0"/>
          <a:chOff x="0" y="0"/>
          <a:chExt cx="0" cy="0"/>
        </a:xfrm>
      </p:grpSpPr>
      <p:sp>
        <p:nvSpPr>
          <p:cNvPr id="426" name="Google Shape;426;p30">
            <a:extLst>
              <a:ext uri="{FF2B5EF4-FFF2-40B4-BE49-F238E27FC236}">
                <a16:creationId xmlns:a16="http://schemas.microsoft.com/office/drawing/2014/main" id="{B48A79A6-924A-77E8-65BB-7E52C1F1BA1B}"/>
              </a:ext>
            </a:extLst>
          </p:cNvPr>
          <p:cNvSpPr txBox="1">
            <a:spLocks noGrp="1"/>
          </p:cNvSpPr>
          <p:nvPr>
            <p:ph type="title"/>
          </p:nvPr>
        </p:nvSpPr>
        <p:spPr>
          <a:xfrm>
            <a:off x="2084316" y="34094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Palm Reading Workflow</a:t>
            </a:r>
            <a:endParaRPr dirty="0"/>
          </a:p>
        </p:txBody>
      </p:sp>
      <p:sp>
        <p:nvSpPr>
          <p:cNvPr id="428" name="Google Shape;428;p30">
            <a:extLst>
              <a:ext uri="{FF2B5EF4-FFF2-40B4-BE49-F238E27FC236}">
                <a16:creationId xmlns:a16="http://schemas.microsoft.com/office/drawing/2014/main" id="{9645E87F-6882-30AD-E8E4-079DA27958D2}"/>
              </a:ext>
            </a:extLst>
          </p:cNvPr>
          <p:cNvSpPr txBox="1"/>
          <p:nvPr/>
        </p:nvSpPr>
        <p:spPr>
          <a:xfrm>
            <a:off x="567750" y="1124820"/>
            <a:ext cx="7704000" cy="369900"/>
          </a:xfrm>
          <a:prstGeom prst="rect">
            <a:avLst/>
          </a:prstGeom>
          <a:noFill/>
          <a:ln>
            <a:noFill/>
          </a:ln>
        </p:spPr>
        <p:txBody>
          <a:bodyPr spcFirstLastPara="1" wrap="square" lIns="91425" tIns="91425" rIns="91425" bIns="91425" anchor="t" anchorCtr="0">
            <a:noAutofit/>
          </a:bodyPr>
          <a:lstStyle/>
          <a:p>
            <a:pPr marL="0" indent="0">
              <a:buNone/>
            </a:pPr>
            <a:r>
              <a:rPr lang="en-US" sz="1600" dirty="0">
                <a:solidFill>
                  <a:schemeClr val="tx1"/>
                </a:solidFill>
                <a:latin typeface="Calibri" pitchFamily="34" charset="0"/>
                <a:ea typeface="Calibri" pitchFamily="34" charset="-122"/>
                <a:cs typeface="Calibri" pitchFamily="34" charset="-120"/>
              </a:rPr>
              <a:t>Converts an uploaded palm image into structured palmistry information</a:t>
            </a:r>
            <a:endParaRPr lang="en-US" sz="1600" dirty="0">
              <a:solidFill>
                <a:schemeClr val="tx1"/>
              </a:solidFill>
            </a:endParaRPr>
          </a:p>
        </p:txBody>
      </p:sp>
      <p:sp>
        <p:nvSpPr>
          <p:cNvPr id="2" name="Text 5">
            <a:extLst>
              <a:ext uri="{FF2B5EF4-FFF2-40B4-BE49-F238E27FC236}">
                <a16:creationId xmlns:a16="http://schemas.microsoft.com/office/drawing/2014/main" id="{AC4C8D75-E8E7-E123-0066-BA18E31105C5}"/>
              </a:ext>
            </a:extLst>
          </p:cNvPr>
          <p:cNvSpPr txBox="1"/>
          <p:nvPr/>
        </p:nvSpPr>
        <p:spPr>
          <a:xfrm>
            <a:off x="498257" y="1861751"/>
            <a:ext cx="2491478" cy="918155"/>
          </a:xfrm>
          <a:prstGeom prst="rect">
            <a:avLst/>
          </a:prstGeom>
          <a:solidFill>
            <a:schemeClr val="bg2">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1. CAPTURE</a:t>
            </a:r>
          </a:p>
          <a:p>
            <a:pPr algn="ctr">
              <a:spcAft>
                <a:spcPts val="500"/>
              </a:spcAft>
            </a:pPr>
            <a:r>
              <a:rPr lang="en-US" sz="1100" dirty="0">
                <a:solidFill>
                  <a:schemeClr val="bg1"/>
                </a:solidFill>
                <a:latin typeface="Sora" panose="020B0604020202020204" charset="0"/>
                <a:cs typeface="Sora" panose="020B0604020202020204" charset="0"/>
              </a:rPr>
              <a:t>Take a palm photo or upload an image</a:t>
            </a:r>
            <a:endParaRPr lang="en-IN" sz="1100" b="1" dirty="0">
              <a:solidFill>
                <a:schemeClr val="bg1"/>
              </a:solidFill>
              <a:latin typeface="Sora" panose="020B0604020202020204" charset="0"/>
              <a:cs typeface="Sora" panose="020B0604020202020204" charset="0"/>
            </a:endParaRPr>
          </a:p>
        </p:txBody>
      </p:sp>
      <p:sp>
        <p:nvSpPr>
          <p:cNvPr id="5" name="Text 5">
            <a:extLst>
              <a:ext uri="{FF2B5EF4-FFF2-40B4-BE49-F238E27FC236}">
                <a16:creationId xmlns:a16="http://schemas.microsoft.com/office/drawing/2014/main" id="{C3C42D2F-CA9F-E2B6-09DD-333D6BD28695}"/>
              </a:ext>
            </a:extLst>
          </p:cNvPr>
          <p:cNvSpPr txBox="1"/>
          <p:nvPr/>
        </p:nvSpPr>
        <p:spPr>
          <a:xfrm>
            <a:off x="3348804" y="1861751"/>
            <a:ext cx="2491478" cy="918155"/>
          </a:xfrm>
          <a:prstGeom prst="rect">
            <a:avLst/>
          </a:prstGeom>
          <a:solidFill>
            <a:schemeClr val="accent3">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2. PREPARE</a:t>
            </a:r>
            <a:endParaRPr lang="en-IN" sz="1100" b="1" dirty="0">
              <a:solidFill>
                <a:schemeClr val="bg1"/>
              </a:solidFill>
              <a:latin typeface="Sora" panose="020B0604020202020204" charset="0"/>
              <a:cs typeface="Sora" panose="020B0604020202020204" charset="0"/>
            </a:endParaRPr>
          </a:p>
          <a:p>
            <a:pPr algn="ctr">
              <a:spcAft>
                <a:spcPts val="500"/>
              </a:spcAft>
            </a:pPr>
            <a:r>
              <a:rPr lang="en-US" sz="1100" dirty="0">
                <a:solidFill>
                  <a:schemeClr val="bg1"/>
                </a:solidFill>
                <a:latin typeface="Sora" panose="020B0604020202020204" charset="0"/>
                <a:cs typeface="Sora" panose="020B0604020202020204" charset="0"/>
              </a:rPr>
              <a:t>Validate and prepare the image</a:t>
            </a:r>
            <a:endParaRPr lang="en-US" sz="1200" dirty="0">
              <a:solidFill>
                <a:schemeClr val="bg1"/>
              </a:solidFill>
              <a:latin typeface="Aptos"/>
            </a:endParaRPr>
          </a:p>
        </p:txBody>
      </p:sp>
      <p:cxnSp>
        <p:nvCxnSpPr>
          <p:cNvPr id="6" name="Connector 10">
            <a:extLst>
              <a:ext uri="{FF2B5EF4-FFF2-40B4-BE49-F238E27FC236}">
                <a16:creationId xmlns:a16="http://schemas.microsoft.com/office/drawing/2014/main" id="{F0225060-6AE2-2B81-2601-6B8B82343F53}"/>
              </a:ext>
            </a:extLst>
          </p:cNvPr>
          <p:cNvCxnSpPr>
            <a:cxnSpLocks/>
          </p:cNvCxnSpPr>
          <p:nvPr/>
        </p:nvCxnSpPr>
        <p:spPr>
          <a:xfrm>
            <a:off x="2989735" y="2320828"/>
            <a:ext cx="359069" cy="0"/>
          </a:xfrm>
          <a:prstGeom prst="line">
            <a:avLst/>
          </a:prstGeom>
          <a:ln w="25400">
            <a:solidFill>
              <a:srgbClr val="BE9971"/>
            </a:solidFill>
          </a:ln>
        </p:spPr>
        <p:style>
          <a:lnRef idx="2">
            <a:schemeClr val="accent1"/>
          </a:lnRef>
          <a:fillRef idx="0">
            <a:schemeClr val="accent1"/>
          </a:fillRef>
          <a:effectRef idx="1">
            <a:schemeClr val="accent1"/>
          </a:effectRef>
          <a:fontRef idx="minor">
            <a:schemeClr val="tx1"/>
          </a:fontRef>
        </p:style>
      </p:cxnSp>
      <p:cxnSp>
        <p:nvCxnSpPr>
          <p:cNvPr id="9" name="Connector 10">
            <a:extLst>
              <a:ext uri="{FF2B5EF4-FFF2-40B4-BE49-F238E27FC236}">
                <a16:creationId xmlns:a16="http://schemas.microsoft.com/office/drawing/2014/main" id="{3BF65759-1C8F-5C34-3A87-0C79FC5B506D}"/>
              </a:ext>
            </a:extLst>
          </p:cNvPr>
          <p:cNvCxnSpPr>
            <a:cxnSpLocks/>
          </p:cNvCxnSpPr>
          <p:nvPr/>
        </p:nvCxnSpPr>
        <p:spPr>
          <a:xfrm>
            <a:off x="5840282" y="2320828"/>
            <a:ext cx="359069" cy="0"/>
          </a:xfrm>
          <a:prstGeom prst="line">
            <a:avLst/>
          </a:prstGeom>
          <a:ln w="25400">
            <a:solidFill>
              <a:srgbClr val="BE9971"/>
            </a:solidFill>
          </a:ln>
        </p:spPr>
        <p:style>
          <a:lnRef idx="2">
            <a:schemeClr val="accent1"/>
          </a:lnRef>
          <a:fillRef idx="0">
            <a:schemeClr val="accent1"/>
          </a:fillRef>
          <a:effectRef idx="1">
            <a:schemeClr val="accent1"/>
          </a:effectRef>
          <a:fontRef idx="minor">
            <a:schemeClr val="tx1"/>
          </a:fontRef>
        </p:style>
      </p:cxnSp>
      <p:sp>
        <p:nvSpPr>
          <p:cNvPr id="12" name="Text 5">
            <a:extLst>
              <a:ext uri="{FF2B5EF4-FFF2-40B4-BE49-F238E27FC236}">
                <a16:creationId xmlns:a16="http://schemas.microsoft.com/office/drawing/2014/main" id="{307CC967-3701-40FD-FCEF-957CA8023D58}"/>
              </a:ext>
            </a:extLst>
          </p:cNvPr>
          <p:cNvSpPr txBox="1"/>
          <p:nvPr/>
        </p:nvSpPr>
        <p:spPr>
          <a:xfrm>
            <a:off x="6199351" y="1861751"/>
            <a:ext cx="2491478" cy="918155"/>
          </a:xfrm>
          <a:prstGeom prst="rect">
            <a:avLst/>
          </a:prstGeom>
          <a:solidFill>
            <a:schemeClr val="bg2">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3. ANALYZE</a:t>
            </a:r>
          </a:p>
          <a:p>
            <a:pPr algn="ctr">
              <a:spcAft>
                <a:spcPts val="500"/>
              </a:spcAft>
            </a:pPr>
            <a:r>
              <a:rPr lang="en-US" sz="1100" dirty="0">
                <a:solidFill>
                  <a:schemeClr val="bg1"/>
                </a:solidFill>
                <a:latin typeface="Sora" panose="020B0604020202020204" charset="0"/>
                <a:cs typeface="Sora" panose="020B0604020202020204" charset="0"/>
              </a:rPr>
              <a:t>Extract palm/hand features when the analysis pipeline supports them.</a:t>
            </a:r>
          </a:p>
        </p:txBody>
      </p:sp>
      <p:cxnSp>
        <p:nvCxnSpPr>
          <p:cNvPr id="13" name="Connector 10">
            <a:extLst>
              <a:ext uri="{FF2B5EF4-FFF2-40B4-BE49-F238E27FC236}">
                <a16:creationId xmlns:a16="http://schemas.microsoft.com/office/drawing/2014/main" id="{91CA0D4D-F4EA-BC46-FC98-B3C9F6630543}"/>
              </a:ext>
            </a:extLst>
          </p:cNvPr>
          <p:cNvCxnSpPr>
            <a:cxnSpLocks/>
          </p:cNvCxnSpPr>
          <p:nvPr/>
        </p:nvCxnSpPr>
        <p:spPr>
          <a:xfrm>
            <a:off x="7423547" y="2779906"/>
            <a:ext cx="0" cy="719117"/>
          </a:xfrm>
          <a:prstGeom prst="line">
            <a:avLst/>
          </a:prstGeom>
          <a:ln w="25400">
            <a:solidFill>
              <a:srgbClr val="BE9971"/>
            </a:solidFill>
          </a:ln>
        </p:spPr>
        <p:style>
          <a:lnRef idx="2">
            <a:schemeClr val="accent1"/>
          </a:lnRef>
          <a:fillRef idx="0">
            <a:schemeClr val="accent1"/>
          </a:fillRef>
          <a:effectRef idx="1">
            <a:schemeClr val="accent1"/>
          </a:effectRef>
          <a:fontRef idx="minor">
            <a:schemeClr val="tx1"/>
          </a:fontRef>
        </p:style>
      </p:cxnSp>
      <p:sp>
        <p:nvSpPr>
          <p:cNvPr id="20" name="Text 5">
            <a:extLst>
              <a:ext uri="{FF2B5EF4-FFF2-40B4-BE49-F238E27FC236}">
                <a16:creationId xmlns:a16="http://schemas.microsoft.com/office/drawing/2014/main" id="{B1353875-426D-C5DB-DE9A-E23093010DDF}"/>
              </a:ext>
            </a:extLst>
          </p:cNvPr>
          <p:cNvSpPr txBox="1"/>
          <p:nvPr/>
        </p:nvSpPr>
        <p:spPr>
          <a:xfrm>
            <a:off x="5248228" y="3513968"/>
            <a:ext cx="2491478" cy="918155"/>
          </a:xfrm>
          <a:prstGeom prst="rect">
            <a:avLst/>
          </a:prstGeom>
          <a:solidFill>
            <a:schemeClr val="accent3">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4. INTERPRET</a:t>
            </a:r>
            <a:endParaRPr lang="en-IN" sz="1100" b="1" dirty="0">
              <a:solidFill>
                <a:schemeClr val="bg1"/>
              </a:solidFill>
              <a:latin typeface="Sora" panose="020B0604020202020204" charset="0"/>
              <a:cs typeface="Sora" panose="020B0604020202020204" charset="0"/>
            </a:endParaRPr>
          </a:p>
          <a:p>
            <a:pPr algn="ctr"/>
            <a:r>
              <a:rPr lang="en-IN" sz="1100" dirty="0">
                <a:solidFill>
                  <a:schemeClr val="bg1"/>
                </a:solidFill>
                <a:latin typeface="Sora" panose="020B0604020202020204" charset="0"/>
                <a:cs typeface="Sora" panose="020B0604020202020204" charset="0"/>
              </a:rPr>
              <a:t>Present a structured reading and insights</a:t>
            </a:r>
            <a:endParaRPr lang="en-IN" sz="1100" dirty="0">
              <a:solidFill>
                <a:schemeClr val="bg1"/>
              </a:solidFill>
              <a:effectLst/>
              <a:latin typeface="Sora" panose="020B0604020202020204" charset="0"/>
              <a:cs typeface="Sora" panose="020B0604020202020204" charset="0"/>
            </a:endParaRPr>
          </a:p>
        </p:txBody>
      </p:sp>
      <p:cxnSp>
        <p:nvCxnSpPr>
          <p:cNvPr id="22" name="Connector 10">
            <a:extLst>
              <a:ext uri="{FF2B5EF4-FFF2-40B4-BE49-F238E27FC236}">
                <a16:creationId xmlns:a16="http://schemas.microsoft.com/office/drawing/2014/main" id="{21377E32-8658-5E86-3B60-FEA1460D904C}"/>
              </a:ext>
            </a:extLst>
          </p:cNvPr>
          <p:cNvCxnSpPr>
            <a:cxnSpLocks/>
          </p:cNvCxnSpPr>
          <p:nvPr/>
        </p:nvCxnSpPr>
        <p:spPr>
          <a:xfrm>
            <a:off x="4889159" y="3973045"/>
            <a:ext cx="359069" cy="0"/>
          </a:xfrm>
          <a:prstGeom prst="line">
            <a:avLst/>
          </a:prstGeom>
          <a:ln w="25400">
            <a:solidFill>
              <a:srgbClr val="BE9971"/>
            </a:solidFill>
          </a:ln>
        </p:spPr>
        <p:style>
          <a:lnRef idx="2">
            <a:schemeClr val="accent1"/>
          </a:lnRef>
          <a:fillRef idx="0">
            <a:schemeClr val="accent1"/>
          </a:fillRef>
          <a:effectRef idx="1">
            <a:schemeClr val="accent1"/>
          </a:effectRef>
          <a:fontRef idx="minor">
            <a:schemeClr val="tx1"/>
          </a:fontRef>
        </p:style>
      </p:cxnSp>
      <p:sp>
        <p:nvSpPr>
          <p:cNvPr id="26" name="Text 5">
            <a:extLst>
              <a:ext uri="{FF2B5EF4-FFF2-40B4-BE49-F238E27FC236}">
                <a16:creationId xmlns:a16="http://schemas.microsoft.com/office/drawing/2014/main" id="{51B21E95-7844-3C13-DA8F-CA37B52453BE}"/>
              </a:ext>
            </a:extLst>
          </p:cNvPr>
          <p:cNvSpPr txBox="1"/>
          <p:nvPr/>
        </p:nvSpPr>
        <p:spPr>
          <a:xfrm>
            <a:off x="2397681" y="3513968"/>
            <a:ext cx="2491478" cy="918155"/>
          </a:xfrm>
          <a:prstGeom prst="rect">
            <a:avLst/>
          </a:prstGeom>
          <a:solidFill>
            <a:schemeClr val="bg2">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5. SAVE</a:t>
            </a:r>
          </a:p>
          <a:p>
            <a:pPr algn="ctr">
              <a:spcAft>
                <a:spcPts val="500"/>
              </a:spcAft>
            </a:pPr>
            <a:r>
              <a:rPr lang="en-US" sz="1100" dirty="0">
                <a:solidFill>
                  <a:schemeClr val="bg1"/>
                </a:solidFill>
                <a:latin typeface="Sora" panose="020B0604020202020204" charset="0"/>
                <a:cs typeface="Sora" panose="020B0604020202020204" charset="0"/>
              </a:rPr>
              <a:t>Keep results in reading history</a:t>
            </a:r>
            <a:endParaRPr lang="en-IN" sz="1100" b="1" dirty="0">
              <a:solidFill>
                <a:schemeClr val="bg1"/>
              </a:solidFill>
              <a:latin typeface="Sora" panose="020B0604020202020204" charset="0"/>
              <a:cs typeface="Sora" panose="020B0604020202020204" charset="0"/>
            </a:endParaRPr>
          </a:p>
        </p:txBody>
      </p:sp>
    </p:spTree>
    <p:extLst>
      <p:ext uri="{BB962C8B-B14F-4D97-AF65-F5344CB8AC3E}">
        <p14:creationId xmlns:p14="http://schemas.microsoft.com/office/powerpoint/2010/main" val="3672834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5C2B9A03-B85C-D79B-E958-57C9EC229FB9}"/>
            </a:ext>
          </a:extLst>
        </p:cNvPr>
        <p:cNvGrpSpPr/>
        <p:nvPr/>
      </p:nvGrpSpPr>
      <p:grpSpPr>
        <a:xfrm>
          <a:off x="0" y="0"/>
          <a:ext cx="0" cy="0"/>
          <a:chOff x="0" y="0"/>
          <a:chExt cx="0" cy="0"/>
        </a:xfrm>
      </p:grpSpPr>
      <p:sp>
        <p:nvSpPr>
          <p:cNvPr id="426" name="Google Shape;426;p30">
            <a:extLst>
              <a:ext uri="{FF2B5EF4-FFF2-40B4-BE49-F238E27FC236}">
                <a16:creationId xmlns:a16="http://schemas.microsoft.com/office/drawing/2014/main" id="{94C8FF55-5FE1-A6A8-69CE-49C8385AB9A1}"/>
              </a:ext>
            </a:extLst>
          </p:cNvPr>
          <p:cNvSpPr txBox="1">
            <a:spLocks noGrp="1"/>
          </p:cNvSpPr>
          <p:nvPr>
            <p:ph type="title"/>
          </p:nvPr>
        </p:nvSpPr>
        <p:spPr>
          <a:xfrm>
            <a:off x="2021735" y="64523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Tarot Reading Workflow</a:t>
            </a:r>
            <a:endParaRPr dirty="0"/>
          </a:p>
        </p:txBody>
      </p:sp>
      <p:sp>
        <p:nvSpPr>
          <p:cNvPr id="5" name="Text 5">
            <a:extLst>
              <a:ext uri="{FF2B5EF4-FFF2-40B4-BE49-F238E27FC236}">
                <a16:creationId xmlns:a16="http://schemas.microsoft.com/office/drawing/2014/main" id="{49BF4D37-E840-D93B-15D8-B5579A1B3298}"/>
              </a:ext>
            </a:extLst>
          </p:cNvPr>
          <p:cNvSpPr txBox="1"/>
          <p:nvPr/>
        </p:nvSpPr>
        <p:spPr>
          <a:xfrm>
            <a:off x="1041508" y="1629531"/>
            <a:ext cx="2895632" cy="1388731"/>
          </a:xfrm>
          <a:prstGeom prst="rect">
            <a:avLst/>
          </a:prstGeom>
          <a:solidFill>
            <a:schemeClr val="accent3">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1. CHOOSE SPREAD</a:t>
            </a:r>
            <a:endParaRPr lang="en-IN" sz="1100" b="1" dirty="0">
              <a:solidFill>
                <a:schemeClr val="bg1"/>
              </a:solidFill>
              <a:latin typeface="Sora" panose="020B0604020202020204" charset="0"/>
              <a:cs typeface="Sora" panose="020B0604020202020204" charset="0"/>
            </a:endParaRPr>
          </a:p>
          <a:p>
            <a:pPr algn="ctr">
              <a:spcAft>
                <a:spcPts val="500"/>
              </a:spcAft>
            </a:pPr>
            <a:r>
              <a:rPr lang="en-US" sz="1100" dirty="0">
                <a:solidFill>
                  <a:schemeClr val="bg1"/>
                </a:solidFill>
                <a:latin typeface="Sora" panose="020B0604020202020204" charset="0"/>
                <a:cs typeface="Sora" panose="020B0604020202020204" charset="0"/>
              </a:rPr>
              <a:t>The user selects a reading format, such as a one-card draw or multi-card spread, based on available UI options</a:t>
            </a:r>
            <a:r>
              <a:rPr lang="en-US" sz="1100" dirty="0">
                <a:solidFill>
                  <a:srgbClr val="736457"/>
                </a:solidFill>
                <a:latin typeface="Aptos"/>
              </a:rPr>
              <a:t>.</a:t>
            </a:r>
          </a:p>
        </p:txBody>
      </p:sp>
      <p:sp>
        <p:nvSpPr>
          <p:cNvPr id="7" name="Text 5">
            <a:extLst>
              <a:ext uri="{FF2B5EF4-FFF2-40B4-BE49-F238E27FC236}">
                <a16:creationId xmlns:a16="http://schemas.microsoft.com/office/drawing/2014/main" id="{B3461DF2-86D2-6DC0-76E9-ED48E01C41B7}"/>
              </a:ext>
            </a:extLst>
          </p:cNvPr>
          <p:cNvSpPr txBox="1"/>
          <p:nvPr/>
        </p:nvSpPr>
        <p:spPr>
          <a:xfrm>
            <a:off x="4717694" y="1629530"/>
            <a:ext cx="2895632" cy="1388731"/>
          </a:xfrm>
          <a:prstGeom prst="rect">
            <a:avLst/>
          </a:prstGeom>
          <a:solidFill>
            <a:schemeClr val="bg2">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2. REVEAL CARDS</a:t>
            </a:r>
            <a:endParaRPr lang="en-IN" sz="1100" b="1" dirty="0">
              <a:solidFill>
                <a:schemeClr val="bg1"/>
              </a:solidFill>
              <a:latin typeface="Sora" panose="020B0604020202020204" charset="0"/>
              <a:cs typeface="Sora" panose="020B0604020202020204" charset="0"/>
            </a:endParaRPr>
          </a:p>
          <a:p>
            <a:pPr algn="ctr">
              <a:spcAft>
                <a:spcPts val="500"/>
              </a:spcAft>
            </a:pPr>
            <a:r>
              <a:rPr lang="en-US" sz="1100" dirty="0">
                <a:solidFill>
                  <a:schemeClr val="bg1"/>
                </a:solidFill>
                <a:latin typeface="Sora" panose="020B0604020202020204" charset="0"/>
                <a:cs typeface="Sora" panose="020B0604020202020204" charset="0"/>
              </a:rPr>
              <a:t>Show card imagery, names and positions. Architecture specifies 78 cards: 22 Major Arcana and 56 Minor Arcana</a:t>
            </a:r>
          </a:p>
        </p:txBody>
      </p:sp>
      <p:sp>
        <p:nvSpPr>
          <p:cNvPr id="10" name="Text 5">
            <a:extLst>
              <a:ext uri="{FF2B5EF4-FFF2-40B4-BE49-F238E27FC236}">
                <a16:creationId xmlns:a16="http://schemas.microsoft.com/office/drawing/2014/main" id="{D51AF3A1-F027-08C0-5E45-1F8DE9130A5B}"/>
              </a:ext>
            </a:extLst>
          </p:cNvPr>
          <p:cNvSpPr txBox="1"/>
          <p:nvPr/>
        </p:nvSpPr>
        <p:spPr>
          <a:xfrm>
            <a:off x="2978103" y="3268760"/>
            <a:ext cx="2895632" cy="1388731"/>
          </a:xfrm>
          <a:prstGeom prst="rect">
            <a:avLst/>
          </a:prstGeom>
          <a:solidFill>
            <a:schemeClr val="accent3">
              <a:lumMod val="50000"/>
            </a:schemeClr>
          </a:solidFill>
          <a:ln/>
        </p:spPr>
        <p:txBody>
          <a:bodyPr wrap="square" lIns="0" tIns="0" rIns="0" bIns="0" rtlCol="0" anchor="ctr"/>
          <a:lstStyle/>
          <a:p>
            <a:pPr algn="ctr">
              <a:spcAft>
                <a:spcPts val="500"/>
              </a:spcAft>
            </a:pPr>
            <a:r>
              <a:rPr lang="en-IN" sz="1100" b="1" dirty="0">
                <a:solidFill>
                  <a:srgbClr val="39271D"/>
                </a:solidFill>
                <a:latin typeface="Sora" panose="020B0604020202020204" charset="0"/>
                <a:cs typeface="Sora" panose="020B0604020202020204" charset="0"/>
              </a:rPr>
              <a:t>3. INTERPRET &amp; SAVE</a:t>
            </a:r>
            <a:endParaRPr lang="en-IN" sz="1100" b="1" dirty="0">
              <a:solidFill>
                <a:schemeClr val="bg1"/>
              </a:solidFill>
              <a:latin typeface="Sora" panose="020B0604020202020204" charset="0"/>
              <a:cs typeface="Sora" panose="020B0604020202020204" charset="0"/>
            </a:endParaRPr>
          </a:p>
          <a:p>
            <a:pPr algn="ctr">
              <a:spcAft>
                <a:spcPts val="500"/>
              </a:spcAft>
            </a:pPr>
            <a:r>
              <a:rPr lang="en-US" sz="1100" dirty="0">
                <a:solidFill>
                  <a:schemeClr val="bg1"/>
                </a:solidFill>
                <a:latin typeface="Sora" panose="020B0604020202020204" charset="0"/>
                <a:cs typeface="Sora" panose="020B0604020202020204" charset="0"/>
              </a:rPr>
              <a:t>Present individual meanings and a combined narrative, with history and related recommendations where implemented.</a:t>
            </a:r>
          </a:p>
        </p:txBody>
      </p:sp>
    </p:spTree>
    <p:extLst>
      <p:ext uri="{BB962C8B-B14F-4D97-AF65-F5344CB8AC3E}">
        <p14:creationId xmlns:p14="http://schemas.microsoft.com/office/powerpoint/2010/main" val="3325390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A3096415-E52E-6FFF-54EB-EB66ADF37D42}"/>
            </a:ext>
          </a:extLst>
        </p:cNvPr>
        <p:cNvGrpSpPr/>
        <p:nvPr/>
      </p:nvGrpSpPr>
      <p:grpSpPr>
        <a:xfrm>
          <a:off x="0" y="0"/>
          <a:ext cx="0" cy="0"/>
          <a:chOff x="0" y="0"/>
          <a:chExt cx="0" cy="0"/>
        </a:xfrm>
      </p:grpSpPr>
      <p:sp>
        <p:nvSpPr>
          <p:cNvPr id="470" name="Google Shape;470;p34">
            <a:extLst>
              <a:ext uri="{FF2B5EF4-FFF2-40B4-BE49-F238E27FC236}">
                <a16:creationId xmlns:a16="http://schemas.microsoft.com/office/drawing/2014/main" id="{273DA996-D455-E1C5-4CBA-48F079B94EBE}"/>
              </a:ext>
            </a:extLst>
          </p:cNvPr>
          <p:cNvSpPr txBox="1">
            <a:spLocks noGrp="1"/>
          </p:cNvSpPr>
          <p:nvPr>
            <p:ph type="title"/>
          </p:nvPr>
        </p:nvSpPr>
        <p:spPr>
          <a:xfrm>
            <a:off x="898420" y="43631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How Both Engines Work Together</a:t>
            </a:r>
            <a:endParaRPr dirty="0"/>
          </a:p>
        </p:txBody>
      </p:sp>
      <p:sp>
        <p:nvSpPr>
          <p:cNvPr id="3" name="TextBox 2">
            <a:extLst>
              <a:ext uri="{FF2B5EF4-FFF2-40B4-BE49-F238E27FC236}">
                <a16:creationId xmlns:a16="http://schemas.microsoft.com/office/drawing/2014/main" id="{BF8D63B7-876F-8B73-DFDF-7B90853430AC}"/>
              </a:ext>
            </a:extLst>
          </p:cNvPr>
          <p:cNvSpPr txBox="1"/>
          <p:nvPr/>
        </p:nvSpPr>
        <p:spPr>
          <a:xfrm>
            <a:off x="2458324" y="1079114"/>
            <a:ext cx="4584192" cy="292388"/>
          </a:xfrm>
          <a:prstGeom prst="rect">
            <a:avLst/>
          </a:prstGeom>
          <a:noFill/>
        </p:spPr>
        <p:txBody>
          <a:bodyPr wrap="square">
            <a:spAutoFit/>
          </a:bodyPr>
          <a:lstStyle/>
          <a:p>
            <a:pPr marL="0" indent="0">
              <a:buNone/>
            </a:pPr>
            <a:r>
              <a:rPr lang="en-US" sz="1300" b="1" dirty="0">
                <a:solidFill>
                  <a:schemeClr val="tx1"/>
                </a:solidFill>
                <a:latin typeface="Calibri" pitchFamily="34" charset="0"/>
                <a:ea typeface="Calibri" pitchFamily="34" charset="-122"/>
                <a:cs typeface="Calibri" pitchFamily="34" charset="-120"/>
              </a:rPr>
              <a:t>User → User Dashboard → Two Parallel Engines</a:t>
            </a:r>
            <a:endParaRPr lang="en-US" sz="1300" b="1" dirty="0">
              <a:solidFill>
                <a:schemeClr val="tx1"/>
              </a:solidFill>
            </a:endParaRPr>
          </a:p>
        </p:txBody>
      </p:sp>
      <p:sp>
        <p:nvSpPr>
          <p:cNvPr id="5" name="Shape 2">
            <a:extLst>
              <a:ext uri="{FF2B5EF4-FFF2-40B4-BE49-F238E27FC236}">
                <a16:creationId xmlns:a16="http://schemas.microsoft.com/office/drawing/2014/main" id="{F589F403-A5C8-AC8B-7FD7-0AA339B84508}"/>
              </a:ext>
            </a:extLst>
          </p:cNvPr>
          <p:cNvSpPr/>
          <p:nvPr/>
        </p:nvSpPr>
        <p:spPr>
          <a:xfrm>
            <a:off x="1034326" y="1576135"/>
            <a:ext cx="2233128" cy="411480"/>
          </a:xfrm>
          <a:prstGeom prst="roundRect">
            <a:avLst>
              <a:gd name="adj" fmla="val 17778"/>
            </a:avLst>
          </a:prstGeom>
          <a:solidFill>
            <a:srgbClr val="5B4A82"/>
          </a:solidFill>
          <a:ln/>
        </p:spPr>
      </p:sp>
      <p:sp>
        <p:nvSpPr>
          <p:cNvPr id="7" name="Text 3">
            <a:extLst>
              <a:ext uri="{FF2B5EF4-FFF2-40B4-BE49-F238E27FC236}">
                <a16:creationId xmlns:a16="http://schemas.microsoft.com/office/drawing/2014/main" id="{18304318-99E2-DFC6-48D7-47BAC83BCE6C}"/>
              </a:ext>
            </a:extLst>
          </p:cNvPr>
          <p:cNvSpPr txBox="1"/>
          <p:nvPr/>
        </p:nvSpPr>
        <p:spPr>
          <a:xfrm>
            <a:off x="1034326" y="1576135"/>
            <a:ext cx="2233128" cy="411480"/>
          </a:xfrm>
          <a:prstGeom prst="rect">
            <a:avLst/>
          </a:prstGeom>
          <a:solidFill>
            <a:schemeClr val="bg2">
              <a:lumMod val="90000"/>
            </a:schemeClr>
          </a:solid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Palm Reading</a:t>
            </a:r>
            <a:endParaRPr lang="en-US" sz="1200" dirty="0">
              <a:solidFill>
                <a:schemeClr val="tx1"/>
              </a:solidFill>
            </a:endParaRPr>
          </a:p>
        </p:txBody>
      </p:sp>
      <p:sp>
        <p:nvSpPr>
          <p:cNvPr id="9" name="Text 4">
            <a:extLst>
              <a:ext uri="{FF2B5EF4-FFF2-40B4-BE49-F238E27FC236}">
                <a16:creationId xmlns:a16="http://schemas.microsoft.com/office/drawing/2014/main" id="{CCF89679-DAAA-A2EE-98D4-2373B4BD7688}"/>
              </a:ext>
            </a:extLst>
          </p:cNvPr>
          <p:cNvSpPr txBox="1"/>
          <p:nvPr/>
        </p:nvSpPr>
        <p:spPr>
          <a:xfrm>
            <a:off x="1034326" y="1987615"/>
            <a:ext cx="2233128" cy="182880"/>
          </a:xfrm>
          <a:prstGeom prst="rect">
            <a:avLst/>
          </a:prstGeom>
          <a:noFill/>
          <a:ln/>
        </p:spPr>
        <p:txBody>
          <a:bodyPr wrap="square" lIns="0" tIns="0" rIns="0" bIns="0" rtlCol="0" anchor="ctr"/>
          <a:lstStyle/>
          <a:p>
            <a:pPr marL="0" indent="0" algn="ctr">
              <a:buNone/>
            </a:pPr>
            <a:r>
              <a:rPr lang="en-US" sz="900" dirty="0">
                <a:solidFill>
                  <a:srgbClr val="D4A94F"/>
                </a:solidFill>
                <a:latin typeface="Calibri" pitchFamily="34" charset="0"/>
                <a:ea typeface="Calibri" pitchFamily="34" charset="-122"/>
                <a:cs typeface="Calibri" pitchFamily="34" charset="-120"/>
              </a:rPr>
              <a:t>▼</a:t>
            </a:r>
            <a:endParaRPr lang="en-US" sz="900" dirty="0"/>
          </a:p>
        </p:txBody>
      </p:sp>
      <p:sp>
        <p:nvSpPr>
          <p:cNvPr id="11" name="Shape 5">
            <a:extLst>
              <a:ext uri="{FF2B5EF4-FFF2-40B4-BE49-F238E27FC236}">
                <a16:creationId xmlns:a16="http://schemas.microsoft.com/office/drawing/2014/main" id="{20941401-2055-A717-DC8D-85B319C04A3C}"/>
              </a:ext>
            </a:extLst>
          </p:cNvPr>
          <p:cNvSpPr/>
          <p:nvPr/>
        </p:nvSpPr>
        <p:spPr>
          <a:xfrm>
            <a:off x="1034326" y="2170495"/>
            <a:ext cx="2233128" cy="411480"/>
          </a:xfrm>
          <a:prstGeom prst="roundRect">
            <a:avLst>
              <a:gd name="adj" fmla="val 17778"/>
            </a:avLst>
          </a:prstGeom>
          <a:solidFill>
            <a:srgbClr val="5B4A82"/>
          </a:solidFill>
          <a:ln/>
        </p:spPr>
      </p:sp>
      <p:sp>
        <p:nvSpPr>
          <p:cNvPr id="13" name="Text 6">
            <a:extLst>
              <a:ext uri="{FF2B5EF4-FFF2-40B4-BE49-F238E27FC236}">
                <a16:creationId xmlns:a16="http://schemas.microsoft.com/office/drawing/2014/main" id="{BF81F600-9241-3740-7C35-B58FD30A9E3C}"/>
              </a:ext>
            </a:extLst>
          </p:cNvPr>
          <p:cNvSpPr txBox="1"/>
          <p:nvPr/>
        </p:nvSpPr>
        <p:spPr>
          <a:xfrm>
            <a:off x="1034326" y="2170495"/>
            <a:ext cx="2233128" cy="411480"/>
          </a:xfrm>
          <a:prstGeom prst="rect">
            <a:avLst/>
          </a:prstGeom>
          <a:solidFill>
            <a:schemeClr val="bg2">
              <a:lumMod val="90000"/>
            </a:schemeClr>
          </a:solid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AI Palm Engine</a:t>
            </a:r>
            <a:endParaRPr lang="en-US" sz="1200" dirty="0">
              <a:solidFill>
                <a:schemeClr val="tx1"/>
              </a:solidFill>
            </a:endParaRPr>
          </a:p>
        </p:txBody>
      </p:sp>
      <p:sp>
        <p:nvSpPr>
          <p:cNvPr id="15" name="Text 7">
            <a:extLst>
              <a:ext uri="{FF2B5EF4-FFF2-40B4-BE49-F238E27FC236}">
                <a16:creationId xmlns:a16="http://schemas.microsoft.com/office/drawing/2014/main" id="{2524983F-33DB-E4FC-783A-54FCC68BAC94}"/>
              </a:ext>
            </a:extLst>
          </p:cNvPr>
          <p:cNvSpPr txBox="1"/>
          <p:nvPr/>
        </p:nvSpPr>
        <p:spPr>
          <a:xfrm>
            <a:off x="1034326" y="2581975"/>
            <a:ext cx="2233128" cy="182880"/>
          </a:xfrm>
          <a:prstGeom prst="rect">
            <a:avLst/>
          </a:prstGeom>
          <a:noFill/>
          <a:ln/>
        </p:spPr>
        <p:txBody>
          <a:bodyPr wrap="square" lIns="0" tIns="0" rIns="0" bIns="0" rtlCol="0" anchor="ctr"/>
          <a:lstStyle/>
          <a:p>
            <a:pPr marL="0" indent="0" algn="ctr">
              <a:buNone/>
            </a:pPr>
            <a:r>
              <a:rPr lang="en-US" sz="900" dirty="0">
                <a:solidFill>
                  <a:srgbClr val="D4A94F"/>
                </a:solidFill>
                <a:latin typeface="Calibri" pitchFamily="34" charset="0"/>
                <a:ea typeface="Calibri" pitchFamily="34" charset="-122"/>
                <a:cs typeface="Calibri" pitchFamily="34" charset="-120"/>
              </a:rPr>
              <a:t>▼</a:t>
            </a:r>
            <a:endParaRPr lang="en-US" sz="900" dirty="0"/>
          </a:p>
        </p:txBody>
      </p:sp>
      <p:sp>
        <p:nvSpPr>
          <p:cNvPr id="17" name="Shape 8">
            <a:extLst>
              <a:ext uri="{FF2B5EF4-FFF2-40B4-BE49-F238E27FC236}">
                <a16:creationId xmlns:a16="http://schemas.microsoft.com/office/drawing/2014/main" id="{A321B8D2-B00A-1381-CB2D-4EC623592613}"/>
              </a:ext>
            </a:extLst>
          </p:cNvPr>
          <p:cNvSpPr/>
          <p:nvPr/>
        </p:nvSpPr>
        <p:spPr>
          <a:xfrm>
            <a:off x="1034326" y="2764855"/>
            <a:ext cx="2233128" cy="411480"/>
          </a:xfrm>
          <a:prstGeom prst="roundRect">
            <a:avLst>
              <a:gd name="adj" fmla="val 17778"/>
            </a:avLst>
          </a:prstGeom>
          <a:solidFill>
            <a:srgbClr val="5B4A82"/>
          </a:solidFill>
          <a:ln/>
        </p:spPr>
      </p:sp>
      <p:sp>
        <p:nvSpPr>
          <p:cNvPr id="19" name="Text 9">
            <a:extLst>
              <a:ext uri="{FF2B5EF4-FFF2-40B4-BE49-F238E27FC236}">
                <a16:creationId xmlns:a16="http://schemas.microsoft.com/office/drawing/2014/main" id="{3687ACAF-81BC-1C0A-4D16-2753BA05B8D5}"/>
              </a:ext>
            </a:extLst>
          </p:cNvPr>
          <p:cNvSpPr txBox="1"/>
          <p:nvPr/>
        </p:nvSpPr>
        <p:spPr>
          <a:xfrm>
            <a:off x="1034326" y="2764855"/>
            <a:ext cx="2233128" cy="411480"/>
          </a:xfrm>
          <a:prstGeom prst="rect">
            <a:avLst/>
          </a:prstGeom>
          <a:solidFill>
            <a:schemeClr val="bg2">
              <a:lumMod val="90000"/>
            </a:schemeClr>
          </a:solid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Palm Features</a:t>
            </a:r>
            <a:endParaRPr lang="en-US" sz="1200" dirty="0">
              <a:solidFill>
                <a:schemeClr val="tx1"/>
              </a:solidFill>
            </a:endParaRPr>
          </a:p>
        </p:txBody>
      </p:sp>
      <p:sp>
        <p:nvSpPr>
          <p:cNvPr id="21" name="Text 18">
            <a:extLst>
              <a:ext uri="{FF2B5EF4-FFF2-40B4-BE49-F238E27FC236}">
                <a16:creationId xmlns:a16="http://schemas.microsoft.com/office/drawing/2014/main" id="{2CEDBA0E-B733-7390-B855-6ACFC2DC5E85}"/>
              </a:ext>
            </a:extLst>
          </p:cNvPr>
          <p:cNvSpPr txBox="1"/>
          <p:nvPr/>
        </p:nvSpPr>
        <p:spPr>
          <a:xfrm>
            <a:off x="1034326" y="3176335"/>
            <a:ext cx="2233128" cy="182880"/>
          </a:xfrm>
          <a:prstGeom prst="rect">
            <a:avLst/>
          </a:prstGeom>
          <a:noFill/>
          <a:ln/>
        </p:spPr>
        <p:txBody>
          <a:bodyPr wrap="square" lIns="0" tIns="0" rIns="0" bIns="0" rtlCol="0" anchor="ctr"/>
          <a:lstStyle/>
          <a:p>
            <a:pPr marL="0" indent="0" algn="ctr">
              <a:buNone/>
            </a:pPr>
            <a:r>
              <a:rPr lang="en-US" sz="900" dirty="0">
                <a:solidFill>
                  <a:srgbClr val="D4A94F"/>
                </a:solidFill>
                <a:latin typeface="Calibri" pitchFamily="34" charset="0"/>
                <a:ea typeface="Calibri" pitchFamily="34" charset="-122"/>
                <a:cs typeface="Calibri" pitchFamily="34" charset="-120"/>
              </a:rPr>
              <a:t>▼</a:t>
            </a:r>
            <a:endParaRPr lang="en-US" sz="900" dirty="0"/>
          </a:p>
        </p:txBody>
      </p:sp>
      <p:sp>
        <p:nvSpPr>
          <p:cNvPr id="29" name="Shape 10">
            <a:extLst>
              <a:ext uri="{FF2B5EF4-FFF2-40B4-BE49-F238E27FC236}">
                <a16:creationId xmlns:a16="http://schemas.microsoft.com/office/drawing/2014/main" id="{9368A3FB-BB5B-C50B-9C12-4D1B7C251653}"/>
              </a:ext>
            </a:extLst>
          </p:cNvPr>
          <p:cNvSpPr/>
          <p:nvPr/>
        </p:nvSpPr>
        <p:spPr>
          <a:xfrm>
            <a:off x="5205984" y="1587375"/>
            <a:ext cx="2377440" cy="411480"/>
          </a:xfrm>
          <a:prstGeom prst="roundRect">
            <a:avLst>
              <a:gd name="adj" fmla="val 17778"/>
            </a:avLst>
          </a:prstGeom>
          <a:solidFill>
            <a:srgbClr val="5B4A82"/>
          </a:solidFill>
          <a:ln/>
        </p:spPr>
      </p:sp>
      <p:sp>
        <p:nvSpPr>
          <p:cNvPr id="31" name="Text 11">
            <a:extLst>
              <a:ext uri="{FF2B5EF4-FFF2-40B4-BE49-F238E27FC236}">
                <a16:creationId xmlns:a16="http://schemas.microsoft.com/office/drawing/2014/main" id="{4262F115-8CDD-B75D-A7B9-6F7B0F17DF4C}"/>
              </a:ext>
            </a:extLst>
          </p:cNvPr>
          <p:cNvSpPr txBox="1"/>
          <p:nvPr/>
        </p:nvSpPr>
        <p:spPr>
          <a:xfrm>
            <a:off x="5205984" y="1587375"/>
            <a:ext cx="2377440" cy="411480"/>
          </a:xfrm>
          <a:prstGeom prst="rect">
            <a:avLst/>
          </a:prstGeom>
          <a:solidFill>
            <a:schemeClr val="bg2">
              <a:lumMod val="90000"/>
            </a:schemeClr>
          </a:solid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Tarot Reading</a:t>
            </a:r>
            <a:endParaRPr lang="en-US" sz="1200" dirty="0">
              <a:solidFill>
                <a:schemeClr val="tx1"/>
              </a:solidFill>
            </a:endParaRPr>
          </a:p>
        </p:txBody>
      </p:sp>
      <p:sp>
        <p:nvSpPr>
          <p:cNvPr id="33" name="Text 12">
            <a:extLst>
              <a:ext uri="{FF2B5EF4-FFF2-40B4-BE49-F238E27FC236}">
                <a16:creationId xmlns:a16="http://schemas.microsoft.com/office/drawing/2014/main" id="{C5DD0582-7C4D-91A7-6C75-22C80EEA4E28}"/>
              </a:ext>
            </a:extLst>
          </p:cNvPr>
          <p:cNvSpPr txBox="1"/>
          <p:nvPr/>
        </p:nvSpPr>
        <p:spPr>
          <a:xfrm>
            <a:off x="5205984" y="1998855"/>
            <a:ext cx="2377440" cy="182880"/>
          </a:xfrm>
          <a:prstGeom prst="rect">
            <a:avLst/>
          </a:prstGeom>
          <a:noFill/>
          <a:ln/>
        </p:spPr>
        <p:txBody>
          <a:bodyPr wrap="square" lIns="0" tIns="0" rIns="0" bIns="0" rtlCol="0" anchor="ctr"/>
          <a:lstStyle/>
          <a:p>
            <a:pPr marL="0" indent="0" algn="ctr">
              <a:buNone/>
            </a:pPr>
            <a:r>
              <a:rPr lang="en-US" sz="900" dirty="0">
                <a:solidFill>
                  <a:srgbClr val="D4A94F"/>
                </a:solidFill>
                <a:latin typeface="Calibri" pitchFamily="34" charset="0"/>
                <a:ea typeface="Calibri" pitchFamily="34" charset="-122"/>
                <a:cs typeface="Calibri" pitchFamily="34" charset="-120"/>
              </a:rPr>
              <a:t>▼</a:t>
            </a:r>
            <a:endParaRPr lang="en-US" sz="900" dirty="0"/>
          </a:p>
        </p:txBody>
      </p:sp>
      <p:sp>
        <p:nvSpPr>
          <p:cNvPr id="35" name="Shape 13">
            <a:extLst>
              <a:ext uri="{FF2B5EF4-FFF2-40B4-BE49-F238E27FC236}">
                <a16:creationId xmlns:a16="http://schemas.microsoft.com/office/drawing/2014/main" id="{52C8E726-F89A-D052-8156-557E3E0F2E98}"/>
              </a:ext>
            </a:extLst>
          </p:cNvPr>
          <p:cNvSpPr/>
          <p:nvPr/>
        </p:nvSpPr>
        <p:spPr>
          <a:xfrm>
            <a:off x="5205984" y="2181735"/>
            <a:ext cx="2377440" cy="411480"/>
          </a:xfrm>
          <a:prstGeom prst="roundRect">
            <a:avLst>
              <a:gd name="adj" fmla="val 17778"/>
            </a:avLst>
          </a:prstGeom>
          <a:solidFill>
            <a:srgbClr val="5B4A82"/>
          </a:solidFill>
          <a:ln/>
        </p:spPr>
      </p:sp>
      <p:sp>
        <p:nvSpPr>
          <p:cNvPr id="37" name="Text 14">
            <a:extLst>
              <a:ext uri="{FF2B5EF4-FFF2-40B4-BE49-F238E27FC236}">
                <a16:creationId xmlns:a16="http://schemas.microsoft.com/office/drawing/2014/main" id="{32CCF0FF-8E93-499E-9743-19D4C0853697}"/>
              </a:ext>
            </a:extLst>
          </p:cNvPr>
          <p:cNvSpPr txBox="1"/>
          <p:nvPr/>
        </p:nvSpPr>
        <p:spPr>
          <a:xfrm>
            <a:off x="5205984" y="2181735"/>
            <a:ext cx="2377440" cy="411480"/>
          </a:xfrm>
          <a:prstGeom prst="rect">
            <a:avLst/>
          </a:prstGeom>
          <a:solidFill>
            <a:schemeClr val="bg2">
              <a:lumMod val="90000"/>
            </a:schemeClr>
          </a:solid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AI Tarot Engine</a:t>
            </a:r>
            <a:endParaRPr lang="en-US" sz="1200" dirty="0">
              <a:solidFill>
                <a:schemeClr val="tx1"/>
              </a:solidFill>
            </a:endParaRPr>
          </a:p>
        </p:txBody>
      </p:sp>
      <p:sp>
        <p:nvSpPr>
          <p:cNvPr id="39" name="Text 15">
            <a:extLst>
              <a:ext uri="{FF2B5EF4-FFF2-40B4-BE49-F238E27FC236}">
                <a16:creationId xmlns:a16="http://schemas.microsoft.com/office/drawing/2014/main" id="{561E9660-99F2-3F6E-CC5A-7D21CE0DD209}"/>
              </a:ext>
            </a:extLst>
          </p:cNvPr>
          <p:cNvSpPr txBox="1"/>
          <p:nvPr/>
        </p:nvSpPr>
        <p:spPr>
          <a:xfrm>
            <a:off x="5205984" y="2593215"/>
            <a:ext cx="2377440" cy="182880"/>
          </a:xfrm>
          <a:prstGeom prst="rect">
            <a:avLst/>
          </a:prstGeom>
          <a:noFill/>
          <a:ln/>
        </p:spPr>
        <p:txBody>
          <a:bodyPr wrap="square" lIns="0" tIns="0" rIns="0" bIns="0" rtlCol="0" anchor="ctr"/>
          <a:lstStyle/>
          <a:p>
            <a:pPr marL="0" indent="0" algn="ctr">
              <a:buNone/>
            </a:pPr>
            <a:r>
              <a:rPr lang="en-US" sz="900" dirty="0">
                <a:solidFill>
                  <a:srgbClr val="D4A94F"/>
                </a:solidFill>
                <a:latin typeface="Calibri" pitchFamily="34" charset="0"/>
                <a:ea typeface="Calibri" pitchFamily="34" charset="-122"/>
                <a:cs typeface="Calibri" pitchFamily="34" charset="-120"/>
              </a:rPr>
              <a:t>▼</a:t>
            </a:r>
            <a:endParaRPr lang="en-US" sz="900" dirty="0"/>
          </a:p>
        </p:txBody>
      </p:sp>
      <p:sp>
        <p:nvSpPr>
          <p:cNvPr id="41" name="Shape 16">
            <a:extLst>
              <a:ext uri="{FF2B5EF4-FFF2-40B4-BE49-F238E27FC236}">
                <a16:creationId xmlns:a16="http://schemas.microsoft.com/office/drawing/2014/main" id="{C0CD0A34-87D0-356F-ADC0-58D97D7B9E89}"/>
              </a:ext>
            </a:extLst>
          </p:cNvPr>
          <p:cNvSpPr/>
          <p:nvPr/>
        </p:nvSpPr>
        <p:spPr>
          <a:xfrm>
            <a:off x="5205984" y="2776095"/>
            <a:ext cx="2377440" cy="411480"/>
          </a:xfrm>
          <a:prstGeom prst="roundRect">
            <a:avLst>
              <a:gd name="adj" fmla="val 17778"/>
            </a:avLst>
          </a:prstGeom>
          <a:solidFill>
            <a:srgbClr val="5B4A82"/>
          </a:solidFill>
          <a:ln/>
        </p:spPr>
      </p:sp>
      <p:sp>
        <p:nvSpPr>
          <p:cNvPr id="43" name="Text 17">
            <a:extLst>
              <a:ext uri="{FF2B5EF4-FFF2-40B4-BE49-F238E27FC236}">
                <a16:creationId xmlns:a16="http://schemas.microsoft.com/office/drawing/2014/main" id="{312B5F3E-767F-E4ED-6EB9-C199E91AFECD}"/>
              </a:ext>
            </a:extLst>
          </p:cNvPr>
          <p:cNvSpPr txBox="1"/>
          <p:nvPr/>
        </p:nvSpPr>
        <p:spPr>
          <a:xfrm>
            <a:off x="5205984" y="2776095"/>
            <a:ext cx="2377440" cy="411480"/>
          </a:xfrm>
          <a:prstGeom prst="rect">
            <a:avLst/>
          </a:prstGeom>
          <a:solidFill>
            <a:schemeClr val="bg2">
              <a:lumMod val="90000"/>
            </a:schemeClr>
          </a:solid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Tarot Cards</a:t>
            </a:r>
            <a:endParaRPr lang="en-US" sz="1200" dirty="0">
              <a:solidFill>
                <a:schemeClr val="tx1"/>
              </a:solidFill>
            </a:endParaRPr>
          </a:p>
        </p:txBody>
      </p:sp>
      <p:sp>
        <p:nvSpPr>
          <p:cNvPr id="45" name="Text 19">
            <a:extLst>
              <a:ext uri="{FF2B5EF4-FFF2-40B4-BE49-F238E27FC236}">
                <a16:creationId xmlns:a16="http://schemas.microsoft.com/office/drawing/2014/main" id="{20401C7D-D468-9FD2-1C8A-51C60CD682AD}"/>
              </a:ext>
            </a:extLst>
          </p:cNvPr>
          <p:cNvSpPr txBox="1"/>
          <p:nvPr/>
        </p:nvSpPr>
        <p:spPr>
          <a:xfrm>
            <a:off x="5205984" y="3187575"/>
            <a:ext cx="2377440" cy="182880"/>
          </a:xfrm>
          <a:prstGeom prst="rect">
            <a:avLst/>
          </a:prstGeom>
          <a:noFill/>
          <a:ln/>
        </p:spPr>
        <p:txBody>
          <a:bodyPr wrap="square" lIns="0" tIns="0" rIns="0" bIns="0" rtlCol="0" anchor="ctr"/>
          <a:lstStyle/>
          <a:p>
            <a:pPr marL="0" indent="0" algn="ctr">
              <a:buNone/>
            </a:pPr>
            <a:r>
              <a:rPr lang="en-US" sz="900" dirty="0">
                <a:solidFill>
                  <a:srgbClr val="D4A94F"/>
                </a:solidFill>
                <a:latin typeface="Calibri" pitchFamily="34" charset="0"/>
                <a:ea typeface="Calibri" pitchFamily="34" charset="-122"/>
                <a:cs typeface="Calibri" pitchFamily="34" charset="-120"/>
              </a:rPr>
              <a:t>▼</a:t>
            </a:r>
            <a:endParaRPr lang="en-US" sz="900" dirty="0"/>
          </a:p>
        </p:txBody>
      </p:sp>
      <p:sp>
        <p:nvSpPr>
          <p:cNvPr id="47" name="Text 21">
            <a:extLst>
              <a:ext uri="{FF2B5EF4-FFF2-40B4-BE49-F238E27FC236}">
                <a16:creationId xmlns:a16="http://schemas.microsoft.com/office/drawing/2014/main" id="{1314BA83-E0F4-27EA-DEDC-CF4A0008FB73}"/>
              </a:ext>
            </a:extLst>
          </p:cNvPr>
          <p:cNvSpPr txBox="1"/>
          <p:nvPr/>
        </p:nvSpPr>
        <p:spPr>
          <a:xfrm>
            <a:off x="1907899" y="3477750"/>
            <a:ext cx="4879477" cy="411480"/>
          </a:xfrm>
          <a:prstGeom prst="rect">
            <a:avLst/>
          </a:prstGeom>
          <a:solidFill>
            <a:schemeClr val="accent3">
              <a:lumMod val="50000"/>
            </a:schemeClr>
          </a:solid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Question Context + AI Interpretation</a:t>
            </a:r>
            <a:endParaRPr lang="en-US" sz="1400" dirty="0">
              <a:solidFill>
                <a:schemeClr val="bg1"/>
              </a:solidFill>
            </a:endParaRPr>
          </a:p>
        </p:txBody>
      </p:sp>
      <p:sp>
        <p:nvSpPr>
          <p:cNvPr id="49" name="Text 23">
            <a:extLst>
              <a:ext uri="{FF2B5EF4-FFF2-40B4-BE49-F238E27FC236}">
                <a16:creationId xmlns:a16="http://schemas.microsoft.com/office/drawing/2014/main" id="{E9809C26-D7F9-5361-6CF4-D8011C9CE2A4}"/>
              </a:ext>
            </a:extLst>
          </p:cNvPr>
          <p:cNvSpPr txBox="1"/>
          <p:nvPr/>
        </p:nvSpPr>
        <p:spPr>
          <a:xfrm>
            <a:off x="741421" y="4158338"/>
            <a:ext cx="1463040" cy="508129"/>
          </a:xfrm>
          <a:prstGeom prst="rect">
            <a:avLst/>
          </a:prstGeom>
          <a:solidFill>
            <a:schemeClr val="bg2">
              <a:lumMod val="50000"/>
            </a:schemeClr>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Personalized Insights</a:t>
            </a:r>
            <a:endParaRPr lang="en-US" sz="1200" dirty="0"/>
          </a:p>
        </p:txBody>
      </p:sp>
      <p:sp>
        <p:nvSpPr>
          <p:cNvPr id="53" name="Text 23">
            <a:extLst>
              <a:ext uri="{FF2B5EF4-FFF2-40B4-BE49-F238E27FC236}">
                <a16:creationId xmlns:a16="http://schemas.microsoft.com/office/drawing/2014/main" id="{8269D004-E3A5-6DA3-D0AA-BE2B4F7DEA91}"/>
              </a:ext>
            </a:extLst>
          </p:cNvPr>
          <p:cNvSpPr txBox="1"/>
          <p:nvPr/>
        </p:nvSpPr>
        <p:spPr>
          <a:xfrm>
            <a:off x="6625168" y="4158336"/>
            <a:ext cx="1463040" cy="508129"/>
          </a:xfrm>
          <a:prstGeom prst="rect">
            <a:avLst/>
          </a:prstGeom>
          <a:solidFill>
            <a:schemeClr val="bg2">
              <a:lumMod val="50000"/>
            </a:schemeClr>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Personalized Guidance</a:t>
            </a:r>
            <a:endParaRPr lang="en-US" sz="1200" dirty="0"/>
          </a:p>
        </p:txBody>
      </p:sp>
      <p:sp>
        <p:nvSpPr>
          <p:cNvPr id="55" name="Text 23">
            <a:extLst>
              <a:ext uri="{FF2B5EF4-FFF2-40B4-BE49-F238E27FC236}">
                <a16:creationId xmlns:a16="http://schemas.microsoft.com/office/drawing/2014/main" id="{03B68900-E0FE-0FA3-F726-21BFB35A8789}"/>
              </a:ext>
            </a:extLst>
          </p:cNvPr>
          <p:cNvSpPr txBox="1"/>
          <p:nvPr/>
        </p:nvSpPr>
        <p:spPr>
          <a:xfrm>
            <a:off x="4663919" y="4158337"/>
            <a:ext cx="1463040" cy="508129"/>
          </a:xfrm>
          <a:prstGeom prst="rect">
            <a:avLst/>
          </a:prstGeom>
          <a:solidFill>
            <a:schemeClr val="bg2">
              <a:lumMod val="50000"/>
            </a:schemeClr>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Recommendations</a:t>
            </a:r>
            <a:endParaRPr lang="en-US" sz="1200" dirty="0"/>
          </a:p>
        </p:txBody>
      </p:sp>
      <p:sp>
        <p:nvSpPr>
          <p:cNvPr id="57" name="Text 23">
            <a:extLst>
              <a:ext uri="{FF2B5EF4-FFF2-40B4-BE49-F238E27FC236}">
                <a16:creationId xmlns:a16="http://schemas.microsoft.com/office/drawing/2014/main" id="{EE18D166-7ED3-B7B2-A544-DE0E63C639EA}"/>
              </a:ext>
            </a:extLst>
          </p:cNvPr>
          <p:cNvSpPr txBox="1"/>
          <p:nvPr/>
        </p:nvSpPr>
        <p:spPr>
          <a:xfrm>
            <a:off x="2702670" y="4158338"/>
            <a:ext cx="1463040" cy="508129"/>
          </a:xfrm>
          <a:prstGeom prst="rect">
            <a:avLst/>
          </a:prstGeom>
          <a:solidFill>
            <a:schemeClr val="bg2">
              <a:lumMod val="50000"/>
            </a:schemeClr>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Life Trends</a:t>
            </a:r>
            <a:endParaRPr lang="en-US" sz="1200" dirty="0"/>
          </a:p>
        </p:txBody>
      </p:sp>
      <p:sp>
        <p:nvSpPr>
          <p:cNvPr id="59" name="Text 18">
            <a:extLst>
              <a:ext uri="{FF2B5EF4-FFF2-40B4-BE49-F238E27FC236}">
                <a16:creationId xmlns:a16="http://schemas.microsoft.com/office/drawing/2014/main" id="{0569578F-4472-47F2-FCDD-0404DF03E0C4}"/>
              </a:ext>
            </a:extLst>
          </p:cNvPr>
          <p:cNvSpPr txBox="1"/>
          <p:nvPr/>
        </p:nvSpPr>
        <p:spPr>
          <a:xfrm>
            <a:off x="3231073" y="3916325"/>
            <a:ext cx="2233128" cy="182880"/>
          </a:xfrm>
          <a:prstGeom prst="rect">
            <a:avLst/>
          </a:prstGeom>
          <a:noFill/>
          <a:ln/>
        </p:spPr>
        <p:txBody>
          <a:bodyPr wrap="square" lIns="0" tIns="0" rIns="0" bIns="0" rtlCol="0" anchor="ctr"/>
          <a:lstStyle/>
          <a:p>
            <a:pPr marL="0" indent="0" algn="ctr">
              <a:buNone/>
            </a:pPr>
            <a:r>
              <a:rPr lang="en-US" sz="900" dirty="0">
                <a:solidFill>
                  <a:srgbClr val="D4A94F"/>
                </a:solidFill>
                <a:latin typeface="Calibri" pitchFamily="34" charset="0"/>
                <a:ea typeface="Calibri" pitchFamily="34" charset="-122"/>
                <a:cs typeface="Calibri" pitchFamily="34" charset="-120"/>
              </a:rPr>
              <a:t>▼</a:t>
            </a:r>
            <a:endParaRPr lang="en-US" sz="900" dirty="0"/>
          </a:p>
        </p:txBody>
      </p:sp>
    </p:spTree>
    <p:extLst>
      <p:ext uri="{BB962C8B-B14F-4D97-AF65-F5344CB8AC3E}">
        <p14:creationId xmlns:p14="http://schemas.microsoft.com/office/powerpoint/2010/main" val="121265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8">
          <a:extLst>
            <a:ext uri="{FF2B5EF4-FFF2-40B4-BE49-F238E27FC236}">
              <a16:creationId xmlns:a16="http://schemas.microsoft.com/office/drawing/2014/main" id="{ECF4F870-E169-7D58-43FB-1ABC252D8F4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C1968A0-0F46-AB39-7492-B7BB1F1B8BBB}"/>
              </a:ext>
            </a:extLst>
          </p:cNvPr>
          <p:cNvPicPr>
            <a:picLocks noChangeAspect="1"/>
          </p:cNvPicPr>
          <p:nvPr/>
        </p:nvPicPr>
        <p:blipFill>
          <a:blip r:embed="rId3"/>
          <a:stretch>
            <a:fillRect/>
          </a:stretch>
        </p:blipFill>
        <p:spPr>
          <a:xfrm>
            <a:off x="5178711" y="2177012"/>
            <a:ext cx="2331733" cy="2537749"/>
          </a:xfrm>
          <a:prstGeom prst="rect">
            <a:avLst/>
          </a:prstGeom>
        </p:spPr>
      </p:pic>
      <p:sp>
        <p:nvSpPr>
          <p:cNvPr id="470" name="Google Shape;470;p34">
            <a:extLst>
              <a:ext uri="{FF2B5EF4-FFF2-40B4-BE49-F238E27FC236}">
                <a16:creationId xmlns:a16="http://schemas.microsoft.com/office/drawing/2014/main" id="{072767ED-7B53-8755-0EF3-A864E65A829B}"/>
              </a:ext>
            </a:extLst>
          </p:cNvPr>
          <p:cNvSpPr txBox="1">
            <a:spLocks noGrp="1"/>
          </p:cNvSpPr>
          <p:nvPr>
            <p:ph type="title"/>
          </p:nvPr>
        </p:nvSpPr>
        <p:spPr>
          <a:xfrm>
            <a:off x="91877" y="33543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C</a:t>
            </a:r>
            <a:r>
              <a:rPr lang="en" dirty="0"/>
              <a:t>onsultations and Notifications</a:t>
            </a:r>
            <a:endParaRPr dirty="0"/>
          </a:p>
        </p:txBody>
      </p:sp>
      <p:sp>
        <p:nvSpPr>
          <p:cNvPr id="40" name="Rounded Rectangle 6">
            <a:extLst>
              <a:ext uri="{FF2B5EF4-FFF2-40B4-BE49-F238E27FC236}">
                <a16:creationId xmlns:a16="http://schemas.microsoft.com/office/drawing/2014/main" id="{E9D517FF-1CC3-76CC-3B74-E72A2AE51D1E}"/>
              </a:ext>
            </a:extLst>
          </p:cNvPr>
          <p:cNvSpPr/>
          <p:nvPr/>
        </p:nvSpPr>
        <p:spPr>
          <a:xfrm>
            <a:off x="123431" y="1051286"/>
            <a:ext cx="3422657" cy="2450197"/>
          </a:xfrm>
          <a:prstGeom prst="roundRect">
            <a:avLst/>
          </a:prstGeom>
          <a:solidFill>
            <a:schemeClr val="bg2">
              <a:lumMod val="90000"/>
            </a:schemeClr>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92E6B22D-77B2-EAF7-6904-758590881D34}"/>
              </a:ext>
            </a:extLst>
          </p:cNvPr>
          <p:cNvSpPr txBox="1"/>
          <p:nvPr/>
        </p:nvSpPr>
        <p:spPr>
          <a:xfrm>
            <a:off x="516477" y="1343613"/>
            <a:ext cx="2234158" cy="310854"/>
          </a:xfrm>
          <a:prstGeom prst="rect">
            <a:avLst/>
          </a:prstGeom>
          <a:noFill/>
        </p:spPr>
        <p:txBody>
          <a:bodyPr wrap="square" lIns="54864" tIns="36576" rIns="54864" bIns="27432">
            <a:spAutoFit/>
          </a:bodyPr>
          <a:lstStyle/>
          <a:p>
            <a:pPr algn="ctr">
              <a:spcAft>
                <a:spcPts val="500"/>
              </a:spcAft>
            </a:pPr>
            <a:r>
              <a:rPr lang="en-US" sz="1600" b="1" i="0" dirty="0">
                <a:solidFill>
                  <a:srgbClr val="39271D"/>
                </a:solidFill>
                <a:latin typeface="Sora" panose="020B0604020202020204" charset="0"/>
                <a:cs typeface="Sora" panose="020B0604020202020204" charset="0"/>
              </a:rPr>
              <a:t>CONSULTATIONS</a:t>
            </a:r>
            <a:endParaRPr sz="1600" b="1" i="0" dirty="0">
              <a:solidFill>
                <a:srgbClr val="39271D"/>
              </a:solidFill>
              <a:latin typeface="Sora" panose="020B0604020202020204" charset="0"/>
              <a:cs typeface="Sora" panose="020B0604020202020204" charset="0"/>
            </a:endParaRPr>
          </a:p>
        </p:txBody>
      </p:sp>
      <p:sp>
        <p:nvSpPr>
          <p:cNvPr id="44" name="TextBox 43">
            <a:extLst>
              <a:ext uri="{FF2B5EF4-FFF2-40B4-BE49-F238E27FC236}">
                <a16:creationId xmlns:a16="http://schemas.microsoft.com/office/drawing/2014/main" id="{67CCA9A8-4EB5-8650-FE5A-90622C71B186}"/>
              </a:ext>
            </a:extLst>
          </p:cNvPr>
          <p:cNvSpPr txBox="1"/>
          <p:nvPr/>
        </p:nvSpPr>
        <p:spPr>
          <a:xfrm>
            <a:off x="299206" y="1797615"/>
            <a:ext cx="3071105" cy="1403461"/>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1. User selects an expert and submits a request.</a:t>
            </a:r>
          </a:p>
          <a:p>
            <a:pPr>
              <a:spcAft>
                <a:spcPts val="400"/>
              </a:spcAft>
            </a:pPr>
            <a:r>
              <a:rPr lang="en-US" sz="1100" dirty="0">
                <a:solidFill>
                  <a:schemeClr val="tx1"/>
                </a:solidFill>
                <a:latin typeface="Sora" panose="020B0604020202020204" charset="0"/>
                <a:cs typeface="Sora" panose="020B0604020202020204" charset="0"/>
              </a:rPr>
              <a:t>2. Expert reviews the topic and message.</a:t>
            </a:r>
          </a:p>
          <a:p>
            <a:pPr>
              <a:spcAft>
                <a:spcPts val="400"/>
              </a:spcAft>
            </a:pPr>
            <a:r>
              <a:rPr lang="en-US" sz="1100" dirty="0">
                <a:solidFill>
                  <a:schemeClr val="tx1"/>
                </a:solidFill>
                <a:latin typeface="Sora" panose="020B0604020202020204" charset="0"/>
                <a:cs typeface="Sora" panose="020B0604020202020204" charset="0"/>
              </a:rPr>
              <a:t>3. Expert responds with a decision and optional response.</a:t>
            </a:r>
          </a:p>
          <a:p>
            <a:pPr>
              <a:spcAft>
                <a:spcPts val="400"/>
              </a:spcAft>
            </a:pPr>
            <a:r>
              <a:rPr lang="en-US" sz="1100" dirty="0">
                <a:solidFill>
                  <a:schemeClr val="tx1"/>
                </a:solidFill>
                <a:latin typeface="Sora" panose="020B0604020202020204" charset="0"/>
                <a:cs typeface="Sora" panose="020B0604020202020204" charset="0"/>
              </a:rPr>
              <a:t>4. Status and meeting details can be recorded.</a:t>
            </a:r>
          </a:p>
        </p:txBody>
      </p:sp>
      <p:sp>
        <p:nvSpPr>
          <p:cNvPr id="9" name="Rounded Rectangle 6">
            <a:extLst>
              <a:ext uri="{FF2B5EF4-FFF2-40B4-BE49-F238E27FC236}">
                <a16:creationId xmlns:a16="http://schemas.microsoft.com/office/drawing/2014/main" id="{F6503595-5ECB-F640-F6ED-DDE10BA0F103}"/>
              </a:ext>
            </a:extLst>
          </p:cNvPr>
          <p:cNvSpPr/>
          <p:nvPr/>
        </p:nvSpPr>
        <p:spPr>
          <a:xfrm>
            <a:off x="1241502" y="3106980"/>
            <a:ext cx="3196683" cy="1970467"/>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F01AE01-75FE-F113-E037-73336F722D16}"/>
              </a:ext>
            </a:extLst>
          </p:cNvPr>
          <p:cNvSpPr txBox="1"/>
          <p:nvPr/>
        </p:nvSpPr>
        <p:spPr>
          <a:xfrm>
            <a:off x="1633556" y="3219373"/>
            <a:ext cx="2045231" cy="310854"/>
          </a:xfrm>
          <a:prstGeom prst="rect">
            <a:avLst/>
          </a:prstGeom>
          <a:noFill/>
        </p:spPr>
        <p:txBody>
          <a:bodyPr wrap="square" lIns="54864" tIns="36576" rIns="54864" bIns="27432">
            <a:spAutoFit/>
          </a:bodyPr>
          <a:lstStyle/>
          <a:p>
            <a:pPr algn="ctr">
              <a:spcAft>
                <a:spcPts val="500"/>
              </a:spcAft>
            </a:pPr>
            <a:r>
              <a:rPr lang="en-US" sz="1600" b="1" i="0" dirty="0">
                <a:solidFill>
                  <a:srgbClr val="39271D"/>
                </a:solidFill>
                <a:latin typeface="Sora" panose="020B0604020202020204" charset="0"/>
                <a:cs typeface="Sora" panose="020B0604020202020204" charset="0"/>
              </a:rPr>
              <a:t>NOTIFICATIONS</a:t>
            </a:r>
            <a:endParaRPr sz="1600" b="1" i="0" dirty="0">
              <a:solidFill>
                <a:srgbClr val="39271D"/>
              </a:solidFill>
              <a:latin typeface="Sora" panose="020B0604020202020204" charset="0"/>
              <a:cs typeface="Sora" panose="020B0604020202020204" charset="0"/>
            </a:endParaRPr>
          </a:p>
        </p:txBody>
      </p:sp>
      <p:sp>
        <p:nvSpPr>
          <p:cNvPr id="15" name="TextBox 14">
            <a:extLst>
              <a:ext uri="{FF2B5EF4-FFF2-40B4-BE49-F238E27FC236}">
                <a16:creationId xmlns:a16="http://schemas.microsoft.com/office/drawing/2014/main" id="{680EF735-7315-A25E-1437-6AF715D38093}"/>
              </a:ext>
            </a:extLst>
          </p:cNvPr>
          <p:cNvSpPr txBox="1"/>
          <p:nvPr/>
        </p:nvSpPr>
        <p:spPr>
          <a:xfrm>
            <a:off x="1573015" y="3558971"/>
            <a:ext cx="2775961" cy="1285480"/>
          </a:xfrm>
          <a:prstGeom prst="rect">
            <a:avLst/>
          </a:prstGeom>
          <a:noFill/>
        </p:spPr>
        <p:txBody>
          <a:bodyPr wrap="square" lIns="54864" tIns="36576" rIns="54864" bIns="27432">
            <a:spAutoFit/>
          </a:bodyPr>
          <a:lstStyle/>
          <a:p>
            <a:pPr>
              <a:spcAft>
                <a:spcPts val="400"/>
              </a:spcAft>
            </a:pPr>
            <a:r>
              <a:rPr lang="en-US" sz="1100" dirty="0">
                <a:solidFill>
                  <a:schemeClr val="tx1"/>
                </a:solidFill>
                <a:latin typeface="Sora" panose="020B0604020202020204" charset="0"/>
                <a:cs typeface="Sora" panose="020B0604020202020204" charset="0"/>
              </a:rPr>
              <a:t>• Daily guidance and reading reminders</a:t>
            </a:r>
          </a:p>
          <a:p>
            <a:pPr>
              <a:spcAft>
                <a:spcPts val="400"/>
              </a:spcAft>
            </a:pPr>
            <a:r>
              <a:rPr lang="en-US" sz="1100" dirty="0">
                <a:solidFill>
                  <a:schemeClr val="tx1"/>
                </a:solidFill>
                <a:latin typeface="Sora" panose="020B0604020202020204" charset="0"/>
                <a:cs typeface="Sora" panose="020B0604020202020204" charset="0"/>
              </a:rPr>
              <a:t>• Insight updates and growth alerts</a:t>
            </a:r>
          </a:p>
          <a:p>
            <a:pPr>
              <a:spcAft>
                <a:spcPts val="400"/>
              </a:spcAft>
            </a:pPr>
            <a:r>
              <a:rPr lang="en-US" sz="1100" dirty="0">
                <a:solidFill>
                  <a:schemeClr val="tx1"/>
                </a:solidFill>
                <a:latin typeface="Sora" panose="020B0604020202020204" charset="0"/>
                <a:cs typeface="Sora" panose="020B0604020202020204" charset="0"/>
              </a:rPr>
              <a:t>• Platform announcements</a:t>
            </a:r>
          </a:p>
          <a:p>
            <a:pPr>
              <a:spcAft>
                <a:spcPts val="400"/>
              </a:spcAft>
            </a:pPr>
            <a:r>
              <a:rPr lang="en-US" sz="1100" dirty="0">
                <a:solidFill>
                  <a:schemeClr val="tx1"/>
                </a:solidFill>
                <a:latin typeface="Sora" panose="020B0604020202020204" charset="0"/>
                <a:cs typeface="Sora" panose="020B0604020202020204" charset="0"/>
              </a:rPr>
              <a:t>• Consultation event updates</a:t>
            </a:r>
          </a:p>
          <a:p>
            <a:pPr>
              <a:spcAft>
                <a:spcPts val="400"/>
              </a:spcAft>
            </a:pPr>
            <a:r>
              <a:rPr lang="en-US" sz="1100" dirty="0">
                <a:solidFill>
                  <a:schemeClr val="tx1"/>
                </a:solidFill>
                <a:latin typeface="Sora" panose="020B0604020202020204" charset="0"/>
                <a:cs typeface="Sora" panose="020B0604020202020204" charset="0"/>
              </a:rPr>
              <a:t>• Preferences and read/unread status</a:t>
            </a:r>
          </a:p>
        </p:txBody>
      </p:sp>
      <p:pic>
        <p:nvPicPr>
          <p:cNvPr id="4" name="Picture 3">
            <a:extLst>
              <a:ext uri="{FF2B5EF4-FFF2-40B4-BE49-F238E27FC236}">
                <a16:creationId xmlns:a16="http://schemas.microsoft.com/office/drawing/2014/main" id="{8B0BA619-74A0-C4C1-86D1-DF760D0F3595}"/>
              </a:ext>
            </a:extLst>
          </p:cNvPr>
          <p:cNvPicPr>
            <a:picLocks noChangeAspect="1"/>
          </p:cNvPicPr>
          <p:nvPr/>
        </p:nvPicPr>
        <p:blipFill>
          <a:blip r:embed="rId4"/>
          <a:stretch>
            <a:fillRect/>
          </a:stretch>
        </p:blipFill>
        <p:spPr>
          <a:xfrm>
            <a:off x="6809927" y="908138"/>
            <a:ext cx="1971899" cy="2537748"/>
          </a:xfrm>
          <a:prstGeom prst="rect">
            <a:avLst/>
          </a:prstGeom>
        </p:spPr>
      </p:pic>
      <p:pic>
        <p:nvPicPr>
          <p:cNvPr id="12" name="Picture 11">
            <a:extLst>
              <a:ext uri="{FF2B5EF4-FFF2-40B4-BE49-F238E27FC236}">
                <a16:creationId xmlns:a16="http://schemas.microsoft.com/office/drawing/2014/main" id="{5762286D-EECC-10A4-38EE-704227BDC383}"/>
              </a:ext>
            </a:extLst>
          </p:cNvPr>
          <p:cNvPicPr>
            <a:picLocks noChangeAspect="1"/>
          </p:cNvPicPr>
          <p:nvPr/>
        </p:nvPicPr>
        <p:blipFill>
          <a:blip r:embed="rId5"/>
          <a:stretch>
            <a:fillRect/>
          </a:stretch>
        </p:blipFill>
        <p:spPr>
          <a:xfrm>
            <a:off x="7669023" y="3622312"/>
            <a:ext cx="1120237" cy="396274"/>
          </a:xfrm>
          <a:prstGeom prst="rect">
            <a:avLst/>
          </a:prstGeom>
        </p:spPr>
      </p:pic>
      <p:pic>
        <p:nvPicPr>
          <p:cNvPr id="16" name="Picture 15">
            <a:extLst>
              <a:ext uri="{FF2B5EF4-FFF2-40B4-BE49-F238E27FC236}">
                <a16:creationId xmlns:a16="http://schemas.microsoft.com/office/drawing/2014/main" id="{E1480039-B513-6B5D-8C04-D65406A8B649}"/>
              </a:ext>
            </a:extLst>
          </p:cNvPr>
          <p:cNvPicPr>
            <a:picLocks noChangeAspect="1"/>
          </p:cNvPicPr>
          <p:nvPr/>
        </p:nvPicPr>
        <p:blipFill>
          <a:blip r:embed="rId6"/>
          <a:stretch>
            <a:fillRect/>
          </a:stretch>
        </p:blipFill>
        <p:spPr>
          <a:xfrm>
            <a:off x="5285598" y="1654467"/>
            <a:ext cx="1417443" cy="381033"/>
          </a:xfrm>
          <a:prstGeom prst="rect">
            <a:avLst/>
          </a:prstGeom>
        </p:spPr>
      </p:pic>
    </p:spTree>
    <p:extLst>
      <p:ext uri="{BB962C8B-B14F-4D97-AF65-F5344CB8AC3E}">
        <p14:creationId xmlns:p14="http://schemas.microsoft.com/office/powerpoint/2010/main" val="3178415842"/>
      </p:ext>
    </p:extLst>
  </p:cSld>
  <p:clrMapOvr>
    <a:masterClrMapping/>
  </p:clrMapOvr>
</p:sld>
</file>

<file path=ppt/theme/theme1.xml><?xml version="1.0" encoding="utf-8"?>
<a:theme xmlns:a="http://schemas.openxmlformats.org/drawingml/2006/main" name="Swallowing Difficulties Clinical Case by Slidesgo">
  <a:themeElements>
    <a:clrScheme name="Simple Light">
      <a:dk1>
        <a:srgbClr val="0A1815"/>
      </a:dk1>
      <a:lt1>
        <a:srgbClr val="EBEDEE"/>
      </a:lt1>
      <a:dk2>
        <a:srgbClr val="CDDEDC"/>
      </a:dk2>
      <a:lt2>
        <a:srgbClr val="A8C9C6"/>
      </a:lt2>
      <a:accent1>
        <a:srgbClr val="8AADAA"/>
      </a:accent1>
      <a:accent2>
        <a:srgbClr val="205549"/>
      </a:accent2>
      <a:accent3>
        <a:srgbClr val="FFFFFF"/>
      </a:accent3>
      <a:accent4>
        <a:srgbClr val="FFFFFF"/>
      </a:accent4>
      <a:accent5>
        <a:srgbClr val="FFFFFF"/>
      </a:accent5>
      <a:accent6>
        <a:srgbClr val="FFFFFF"/>
      </a:accent6>
      <a:hlink>
        <a:srgbClr val="0A181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708</TotalTime>
  <Words>686</Words>
  <Application>Microsoft Office PowerPoint</Application>
  <PresentationFormat>On-screen Show (16:9)</PresentationFormat>
  <Paragraphs>147</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Arimo</vt:lpstr>
      <vt:lpstr>Aptos</vt:lpstr>
      <vt:lpstr>Sora</vt:lpstr>
      <vt:lpstr>Instrument Sans</vt:lpstr>
      <vt:lpstr>Calibri</vt:lpstr>
      <vt:lpstr>Swallowing Difficulties Clinical Case by Slidesgo</vt:lpstr>
      <vt:lpstr>AI Palmistry &amp; Tarot Intelligence Platform </vt:lpstr>
      <vt:lpstr>PROBLEM STATEMENT </vt:lpstr>
      <vt:lpstr>Four Roles &amp; Their Responsibilities</vt:lpstr>
      <vt:lpstr>High Level System Architecture</vt:lpstr>
      <vt:lpstr>User Role</vt:lpstr>
      <vt:lpstr>Tarot Reader Role</vt:lpstr>
      <vt:lpstr>Spiritual Consultant Role</vt:lpstr>
      <vt:lpstr>Admin Role</vt:lpstr>
      <vt:lpstr>Palm Reading Workflow</vt:lpstr>
      <vt:lpstr>Tarot Reading Workflow</vt:lpstr>
      <vt:lpstr>How Both Engines Work Together</vt:lpstr>
      <vt:lpstr>Consultations and Notifications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Rakshitha P</dc:creator>
  <cp:lastModifiedBy>Rakshitha P</cp:lastModifiedBy>
  <cp:revision>11</cp:revision>
  <dcterms:modified xsi:type="dcterms:W3CDTF">2026-10-16T13:30:40Z</dcterms:modified>
</cp:coreProperties>
</file>